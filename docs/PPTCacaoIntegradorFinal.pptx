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sldIdLst>
    <p:sldId id="256" r:id="rId5"/>
    <p:sldId id="257" r:id="rId6"/>
    <p:sldId id="258" r:id="rId7"/>
    <p:sldId id="261" r:id="rId8"/>
    <p:sldId id="260" r:id="rId9"/>
    <p:sldId id="262" r:id="rId10"/>
    <p:sldId id="263" r:id="rId11"/>
    <p:sldId id="268" r:id="rId12"/>
    <p:sldId id="264" r:id="rId13"/>
    <p:sldId id="269" r:id="rId14"/>
    <p:sldId id="265" r:id="rId15"/>
    <p:sldId id="266" r:id="rId16"/>
    <p:sldId id="267" r:id="rId17"/>
  </p:sldIdLst>
  <p:sldSz cx="12192000" cy="6858000"/>
  <p:notesSz cx="6858000" cy="9144000"/>
  <p:defaultTextStyle>
    <a:defPPr lvl="0">
      <a:defRPr lang="es-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presProps" Target="presProps.xml" /><Relationship Id="rId3" Type="http://schemas.openxmlformats.org/officeDocument/2006/relationships/customXml" Target="../customXml/item3.xml" /><Relationship Id="rId21" Type="http://schemas.openxmlformats.org/officeDocument/2006/relationships/tableStyles" Target="tableStyles.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theme" Target="theme/theme1.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slide" Target="slides/slide11.xml" /><Relationship Id="rId10" Type="http://schemas.openxmlformats.org/officeDocument/2006/relationships/slide" Target="slides/slide6.xml" /><Relationship Id="rId19" Type="http://schemas.openxmlformats.org/officeDocument/2006/relationships/viewProps" Target="viewProps.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9A6258-F9BA-D8F1-0DCF-703DE83532DF}"/>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US"/>
          </a:p>
        </p:txBody>
      </p:sp>
      <p:sp>
        <p:nvSpPr>
          <p:cNvPr id="3" name="Subtítulo 2">
            <a:extLst>
              <a:ext uri="{FF2B5EF4-FFF2-40B4-BE49-F238E27FC236}">
                <a16:creationId xmlns:a16="http://schemas.microsoft.com/office/drawing/2014/main" id="{B107ABB8-854B-0449-980D-3F36A4F716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US"/>
          </a:p>
        </p:txBody>
      </p:sp>
      <p:sp>
        <p:nvSpPr>
          <p:cNvPr id="4" name="Marcador de fecha 3">
            <a:extLst>
              <a:ext uri="{FF2B5EF4-FFF2-40B4-BE49-F238E27FC236}">
                <a16:creationId xmlns:a16="http://schemas.microsoft.com/office/drawing/2014/main" id="{CBFFD73C-8FA7-F552-1AD1-7C2CD175F095}"/>
              </a:ext>
            </a:extLst>
          </p:cNvPr>
          <p:cNvSpPr>
            <a:spLocks noGrp="1"/>
          </p:cNvSpPr>
          <p:nvPr>
            <p:ph type="dt" sz="half" idx="10"/>
          </p:nvPr>
        </p:nvSpPr>
        <p:spPr/>
        <p:txBody>
          <a:bodyPr/>
          <a:lstStyle/>
          <a:p>
            <a:fld id="{647F808F-BF95-BD47-9F50-D335611548D5}" type="datetimeFigureOut">
              <a:rPr lang="es-US" smtClean="0"/>
              <a:t>7/14/2025</a:t>
            </a:fld>
            <a:endParaRPr lang="es-US"/>
          </a:p>
        </p:txBody>
      </p:sp>
      <p:sp>
        <p:nvSpPr>
          <p:cNvPr id="5" name="Marcador de pie de página 4">
            <a:extLst>
              <a:ext uri="{FF2B5EF4-FFF2-40B4-BE49-F238E27FC236}">
                <a16:creationId xmlns:a16="http://schemas.microsoft.com/office/drawing/2014/main" id="{111ACB22-636D-6394-E586-171EFFD095D7}"/>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4FA870E4-F23C-A09A-F391-CF852B5E4B2F}"/>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1608627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4D5FA4-D24F-8207-D249-1A7E291D809D}"/>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contenido 2">
            <a:extLst>
              <a:ext uri="{FF2B5EF4-FFF2-40B4-BE49-F238E27FC236}">
                <a16:creationId xmlns:a16="http://schemas.microsoft.com/office/drawing/2014/main" id="{559FCBC0-2A6D-7B77-A821-7775AF629FB4}"/>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306DEBDD-AF93-DB0D-0A0B-C71F460AADBF}"/>
              </a:ext>
            </a:extLst>
          </p:cNvPr>
          <p:cNvSpPr>
            <a:spLocks noGrp="1"/>
          </p:cNvSpPr>
          <p:nvPr>
            <p:ph type="dt" sz="half" idx="10"/>
          </p:nvPr>
        </p:nvSpPr>
        <p:spPr/>
        <p:txBody>
          <a:bodyPr/>
          <a:lstStyle/>
          <a:p>
            <a:fld id="{647F808F-BF95-BD47-9F50-D335611548D5}" type="datetimeFigureOut">
              <a:rPr lang="es-US" smtClean="0"/>
              <a:t>7/14/2025</a:t>
            </a:fld>
            <a:endParaRPr lang="es-US"/>
          </a:p>
        </p:txBody>
      </p:sp>
      <p:sp>
        <p:nvSpPr>
          <p:cNvPr id="5" name="Marcador de pie de página 4">
            <a:extLst>
              <a:ext uri="{FF2B5EF4-FFF2-40B4-BE49-F238E27FC236}">
                <a16:creationId xmlns:a16="http://schemas.microsoft.com/office/drawing/2014/main" id="{26168F42-C417-AB4C-B51C-A0A79A2E70A1}"/>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16957328-3775-60F7-9981-942BF1828589}"/>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3701209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21E99A-0172-AB2A-CDCC-7DBEE5FB33D6}"/>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US"/>
          </a:p>
        </p:txBody>
      </p:sp>
      <p:sp>
        <p:nvSpPr>
          <p:cNvPr id="3" name="Marcador de texto 2">
            <a:extLst>
              <a:ext uri="{FF2B5EF4-FFF2-40B4-BE49-F238E27FC236}">
                <a16:creationId xmlns:a16="http://schemas.microsoft.com/office/drawing/2014/main" id="{8CDD068B-5478-5B14-563D-9999ECB1E0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3923F7B8-CFE3-2E9F-A17B-A160C4B1E892}"/>
              </a:ext>
            </a:extLst>
          </p:cNvPr>
          <p:cNvSpPr>
            <a:spLocks noGrp="1"/>
          </p:cNvSpPr>
          <p:nvPr>
            <p:ph type="dt" sz="half" idx="10"/>
          </p:nvPr>
        </p:nvSpPr>
        <p:spPr/>
        <p:txBody>
          <a:bodyPr/>
          <a:lstStyle/>
          <a:p>
            <a:fld id="{647F808F-BF95-BD47-9F50-D335611548D5}" type="datetimeFigureOut">
              <a:rPr lang="es-US" smtClean="0"/>
              <a:t>7/14/2025</a:t>
            </a:fld>
            <a:endParaRPr lang="es-US"/>
          </a:p>
        </p:txBody>
      </p:sp>
      <p:sp>
        <p:nvSpPr>
          <p:cNvPr id="5" name="Marcador de pie de página 4">
            <a:extLst>
              <a:ext uri="{FF2B5EF4-FFF2-40B4-BE49-F238E27FC236}">
                <a16:creationId xmlns:a16="http://schemas.microsoft.com/office/drawing/2014/main" id="{7940FFB0-77D7-6D4F-4375-6E364E30CF77}"/>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EB23A13B-B83B-05D6-9CAB-EB5EB7CB1553}"/>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1751290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000592-5B5C-3044-9A3E-FA14B15AA823}"/>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contenido 2">
            <a:extLst>
              <a:ext uri="{FF2B5EF4-FFF2-40B4-BE49-F238E27FC236}">
                <a16:creationId xmlns:a16="http://schemas.microsoft.com/office/drawing/2014/main" id="{5D83649D-531B-D767-D15D-1E3D23887FEE}"/>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contenido 3">
            <a:extLst>
              <a:ext uri="{FF2B5EF4-FFF2-40B4-BE49-F238E27FC236}">
                <a16:creationId xmlns:a16="http://schemas.microsoft.com/office/drawing/2014/main" id="{A07C06E2-A89F-5DA1-F41D-F683C32FFD3D}"/>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5" name="Marcador de fecha 4">
            <a:extLst>
              <a:ext uri="{FF2B5EF4-FFF2-40B4-BE49-F238E27FC236}">
                <a16:creationId xmlns:a16="http://schemas.microsoft.com/office/drawing/2014/main" id="{8E3EE9AA-0CD1-7BFB-B04C-0D7D94C61745}"/>
              </a:ext>
            </a:extLst>
          </p:cNvPr>
          <p:cNvSpPr>
            <a:spLocks noGrp="1"/>
          </p:cNvSpPr>
          <p:nvPr>
            <p:ph type="dt" sz="half" idx="10"/>
          </p:nvPr>
        </p:nvSpPr>
        <p:spPr/>
        <p:txBody>
          <a:bodyPr/>
          <a:lstStyle/>
          <a:p>
            <a:fld id="{647F808F-BF95-BD47-9F50-D335611548D5}" type="datetimeFigureOut">
              <a:rPr lang="es-US" smtClean="0"/>
              <a:t>7/14/2025</a:t>
            </a:fld>
            <a:endParaRPr lang="es-US"/>
          </a:p>
        </p:txBody>
      </p:sp>
      <p:sp>
        <p:nvSpPr>
          <p:cNvPr id="6" name="Marcador de pie de página 5">
            <a:extLst>
              <a:ext uri="{FF2B5EF4-FFF2-40B4-BE49-F238E27FC236}">
                <a16:creationId xmlns:a16="http://schemas.microsoft.com/office/drawing/2014/main" id="{1E724979-2F6C-E94D-D1A9-10782FF2D584}"/>
              </a:ext>
            </a:extLst>
          </p:cNvPr>
          <p:cNvSpPr>
            <a:spLocks noGrp="1"/>
          </p:cNvSpPr>
          <p:nvPr>
            <p:ph type="ftr" sz="quarter" idx="11"/>
          </p:nvPr>
        </p:nvSpPr>
        <p:spPr/>
        <p:txBody>
          <a:bodyPr/>
          <a:lstStyle/>
          <a:p>
            <a:endParaRPr lang="es-US"/>
          </a:p>
        </p:txBody>
      </p:sp>
      <p:sp>
        <p:nvSpPr>
          <p:cNvPr id="7" name="Marcador de número de diapositiva 6">
            <a:extLst>
              <a:ext uri="{FF2B5EF4-FFF2-40B4-BE49-F238E27FC236}">
                <a16:creationId xmlns:a16="http://schemas.microsoft.com/office/drawing/2014/main" id="{5987248D-7DFC-CDED-010C-EA76A27C36D1}"/>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2881668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4CDEC6-131A-F27D-04F0-B58E6A030E61}"/>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US"/>
          </a:p>
        </p:txBody>
      </p:sp>
      <p:sp>
        <p:nvSpPr>
          <p:cNvPr id="3" name="Marcador de texto 2">
            <a:extLst>
              <a:ext uri="{FF2B5EF4-FFF2-40B4-BE49-F238E27FC236}">
                <a16:creationId xmlns:a16="http://schemas.microsoft.com/office/drawing/2014/main" id="{DE1DFA4D-2B77-3CE3-CD2A-3201EE04C2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0E7A0DF0-6BD9-87E7-6748-D2E4C73F5035}"/>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5" name="Marcador de texto 4">
            <a:extLst>
              <a:ext uri="{FF2B5EF4-FFF2-40B4-BE49-F238E27FC236}">
                <a16:creationId xmlns:a16="http://schemas.microsoft.com/office/drawing/2014/main" id="{CBAFF276-36AC-E1E3-DCAC-304C5EDF98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FF9BA2AA-AE90-B833-5162-F7EEFFCDC4DB}"/>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7" name="Marcador de fecha 6">
            <a:extLst>
              <a:ext uri="{FF2B5EF4-FFF2-40B4-BE49-F238E27FC236}">
                <a16:creationId xmlns:a16="http://schemas.microsoft.com/office/drawing/2014/main" id="{17179F46-FFB9-E814-EDD1-6ABF89BBB065}"/>
              </a:ext>
            </a:extLst>
          </p:cNvPr>
          <p:cNvSpPr>
            <a:spLocks noGrp="1"/>
          </p:cNvSpPr>
          <p:nvPr>
            <p:ph type="dt" sz="half" idx="10"/>
          </p:nvPr>
        </p:nvSpPr>
        <p:spPr/>
        <p:txBody>
          <a:bodyPr/>
          <a:lstStyle/>
          <a:p>
            <a:fld id="{647F808F-BF95-BD47-9F50-D335611548D5}" type="datetimeFigureOut">
              <a:rPr lang="es-US" smtClean="0"/>
              <a:t>7/14/2025</a:t>
            </a:fld>
            <a:endParaRPr lang="es-US"/>
          </a:p>
        </p:txBody>
      </p:sp>
      <p:sp>
        <p:nvSpPr>
          <p:cNvPr id="8" name="Marcador de pie de página 7">
            <a:extLst>
              <a:ext uri="{FF2B5EF4-FFF2-40B4-BE49-F238E27FC236}">
                <a16:creationId xmlns:a16="http://schemas.microsoft.com/office/drawing/2014/main" id="{3B88D81F-50CF-552D-86CE-959117472611}"/>
              </a:ext>
            </a:extLst>
          </p:cNvPr>
          <p:cNvSpPr>
            <a:spLocks noGrp="1"/>
          </p:cNvSpPr>
          <p:nvPr>
            <p:ph type="ftr" sz="quarter" idx="11"/>
          </p:nvPr>
        </p:nvSpPr>
        <p:spPr/>
        <p:txBody>
          <a:bodyPr/>
          <a:lstStyle/>
          <a:p>
            <a:endParaRPr lang="es-US"/>
          </a:p>
        </p:txBody>
      </p:sp>
      <p:sp>
        <p:nvSpPr>
          <p:cNvPr id="9" name="Marcador de número de diapositiva 8">
            <a:extLst>
              <a:ext uri="{FF2B5EF4-FFF2-40B4-BE49-F238E27FC236}">
                <a16:creationId xmlns:a16="http://schemas.microsoft.com/office/drawing/2014/main" id="{A8A87FA1-AC5D-CD7E-F0FC-E34101561B29}"/>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1221642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E3D52A-87C8-AD0B-A2D3-888CB92B7E4F}"/>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fecha 2">
            <a:extLst>
              <a:ext uri="{FF2B5EF4-FFF2-40B4-BE49-F238E27FC236}">
                <a16:creationId xmlns:a16="http://schemas.microsoft.com/office/drawing/2014/main" id="{1220735D-A131-205A-4735-28CC16379E1D}"/>
              </a:ext>
            </a:extLst>
          </p:cNvPr>
          <p:cNvSpPr>
            <a:spLocks noGrp="1"/>
          </p:cNvSpPr>
          <p:nvPr>
            <p:ph type="dt" sz="half" idx="10"/>
          </p:nvPr>
        </p:nvSpPr>
        <p:spPr/>
        <p:txBody>
          <a:bodyPr/>
          <a:lstStyle/>
          <a:p>
            <a:fld id="{647F808F-BF95-BD47-9F50-D335611548D5}" type="datetimeFigureOut">
              <a:rPr lang="es-US" smtClean="0"/>
              <a:t>7/14/2025</a:t>
            </a:fld>
            <a:endParaRPr lang="es-US"/>
          </a:p>
        </p:txBody>
      </p:sp>
      <p:sp>
        <p:nvSpPr>
          <p:cNvPr id="4" name="Marcador de pie de página 3">
            <a:extLst>
              <a:ext uri="{FF2B5EF4-FFF2-40B4-BE49-F238E27FC236}">
                <a16:creationId xmlns:a16="http://schemas.microsoft.com/office/drawing/2014/main" id="{860A499F-A3BC-1927-4EED-80468E131CBA}"/>
              </a:ext>
            </a:extLst>
          </p:cNvPr>
          <p:cNvSpPr>
            <a:spLocks noGrp="1"/>
          </p:cNvSpPr>
          <p:nvPr>
            <p:ph type="ftr" sz="quarter" idx="11"/>
          </p:nvPr>
        </p:nvSpPr>
        <p:spPr/>
        <p:txBody>
          <a:bodyPr/>
          <a:lstStyle/>
          <a:p>
            <a:endParaRPr lang="es-US"/>
          </a:p>
        </p:txBody>
      </p:sp>
      <p:sp>
        <p:nvSpPr>
          <p:cNvPr id="5" name="Marcador de número de diapositiva 4">
            <a:extLst>
              <a:ext uri="{FF2B5EF4-FFF2-40B4-BE49-F238E27FC236}">
                <a16:creationId xmlns:a16="http://schemas.microsoft.com/office/drawing/2014/main" id="{CB2D82D6-144B-E256-FCE6-200E2F448ED9}"/>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502992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8863395-6BDA-02E1-3B35-F1CFABB176D4}"/>
              </a:ext>
            </a:extLst>
          </p:cNvPr>
          <p:cNvSpPr>
            <a:spLocks noGrp="1"/>
          </p:cNvSpPr>
          <p:nvPr>
            <p:ph type="dt" sz="half" idx="10"/>
          </p:nvPr>
        </p:nvSpPr>
        <p:spPr/>
        <p:txBody>
          <a:bodyPr/>
          <a:lstStyle/>
          <a:p>
            <a:fld id="{647F808F-BF95-BD47-9F50-D335611548D5}" type="datetimeFigureOut">
              <a:rPr lang="es-US" smtClean="0"/>
              <a:t>7/14/2025</a:t>
            </a:fld>
            <a:endParaRPr lang="es-US"/>
          </a:p>
        </p:txBody>
      </p:sp>
      <p:sp>
        <p:nvSpPr>
          <p:cNvPr id="3" name="Marcador de pie de página 2">
            <a:extLst>
              <a:ext uri="{FF2B5EF4-FFF2-40B4-BE49-F238E27FC236}">
                <a16:creationId xmlns:a16="http://schemas.microsoft.com/office/drawing/2014/main" id="{FF9F86F8-D4FA-6925-CFB5-7D14D0EFE469}"/>
              </a:ext>
            </a:extLst>
          </p:cNvPr>
          <p:cNvSpPr>
            <a:spLocks noGrp="1"/>
          </p:cNvSpPr>
          <p:nvPr>
            <p:ph type="ftr" sz="quarter" idx="11"/>
          </p:nvPr>
        </p:nvSpPr>
        <p:spPr/>
        <p:txBody>
          <a:bodyPr/>
          <a:lstStyle/>
          <a:p>
            <a:endParaRPr lang="es-US"/>
          </a:p>
        </p:txBody>
      </p:sp>
      <p:sp>
        <p:nvSpPr>
          <p:cNvPr id="4" name="Marcador de número de diapositiva 3">
            <a:extLst>
              <a:ext uri="{FF2B5EF4-FFF2-40B4-BE49-F238E27FC236}">
                <a16:creationId xmlns:a16="http://schemas.microsoft.com/office/drawing/2014/main" id="{01419C83-C84A-3C35-D4ED-06E770DC8690}"/>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1273995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415AB7-3749-9CD6-6E82-E9180A865A1D}"/>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US"/>
          </a:p>
        </p:txBody>
      </p:sp>
      <p:sp>
        <p:nvSpPr>
          <p:cNvPr id="3" name="Marcador de contenido 2">
            <a:extLst>
              <a:ext uri="{FF2B5EF4-FFF2-40B4-BE49-F238E27FC236}">
                <a16:creationId xmlns:a16="http://schemas.microsoft.com/office/drawing/2014/main" id="{BCF6AD61-AB20-2DEB-7963-BEF3F891E4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texto 3">
            <a:extLst>
              <a:ext uri="{FF2B5EF4-FFF2-40B4-BE49-F238E27FC236}">
                <a16:creationId xmlns:a16="http://schemas.microsoft.com/office/drawing/2014/main" id="{CED1FC19-5F6D-611B-B2B9-7F2C02C0CE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756942DF-6434-9C06-1FF2-97351BDDE944}"/>
              </a:ext>
            </a:extLst>
          </p:cNvPr>
          <p:cNvSpPr>
            <a:spLocks noGrp="1"/>
          </p:cNvSpPr>
          <p:nvPr>
            <p:ph type="dt" sz="half" idx="10"/>
          </p:nvPr>
        </p:nvSpPr>
        <p:spPr/>
        <p:txBody>
          <a:bodyPr/>
          <a:lstStyle/>
          <a:p>
            <a:fld id="{647F808F-BF95-BD47-9F50-D335611548D5}" type="datetimeFigureOut">
              <a:rPr lang="es-US" smtClean="0"/>
              <a:t>7/14/2025</a:t>
            </a:fld>
            <a:endParaRPr lang="es-US"/>
          </a:p>
        </p:txBody>
      </p:sp>
      <p:sp>
        <p:nvSpPr>
          <p:cNvPr id="6" name="Marcador de pie de página 5">
            <a:extLst>
              <a:ext uri="{FF2B5EF4-FFF2-40B4-BE49-F238E27FC236}">
                <a16:creationId xmlns:a16="http://schemas.microsoft.com/office/drawing/2014/main" id="{A4F9EBEC-3E0C-93E8-0EBF-1514C70D8127}"/>
              </a:ext>
            </a:extLst>
          </p:cNvPr>
          <p:cNvSpPr>
            <a:spLocks noGrp="1"/>
          </p:cNvSpPr>
          <p:nvPr>
            <p:ph type="ftr" sz="quarter" idx="11"/>
          </p:nvPr>
        </p:nvSpPr>
        <p:spPr/>
        <p:txBody>
          <a:bodyPr/>
          <a:lstStyle/>
          <a:p>
            <a:endParaRPr lang="es-US"/>
          </a:p>
        </p:txBody>
      </p:sp>
      <p:sp>
        <p:nvSpPr>
          <p:cNvPr id="7" name="Marcador de número de diapositiva 6">
            <a:extLst>
              <a:ext uri="{FF2B5EF4-FFF2-40B4-BE49-F238E27FC236}">
                <a16:creationId xmlns:a16="http://schemas.microsoft.com/office/drawing/2014/main" id="{71D2C902-3DCA-BDC0-4049-C6FD9C79670A}"/>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1812120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15AE22-2E44-7B73-E840-98899CA80072}"/>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US"/>
          </a:p>
        </p:txBody>
      </p:sp>
      <p:sp>
        <p:nvSpPr>
          <p:cNvPr id="3" name="Marcador de posición de imagen 2">
            <a:extLst>
              <a:ext uri="{FF2B5EF4-FFF2-40B4-BE49-F238E27FC236}">
                <a16:creationId xmlns:a16="http://schemas.microsoft.com/office/drawing/2014/main" id="{6F03E327-A755-785B-DA97-359722A034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US"/>
          </a:p>
        </p:txBody>
      </p:sp>
      <p:sp>
        <p:nvSpPr>
          <p:cNvPr id="4" name="Marcador de texto 3">
            <a:extLst>
              <a:ext uri="{FF2B5EF4-FFF2-40B4-BE49-F238E27FC236}">
                <a16:creationId xmlns:a16="http://schemas.microsoft.com/office/drawing/2014/main" id="{051C2D1E-BEF0-7737-2E18-C363E7AA4B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ACFA544B-3ED9-96C1-468A-46B48E713C1E}"/>
              </a:ext>
            </a:extLst>
          </p:cNvPr>
          <p:cNvSpPr>
            <a:spLocks noGrp="1"/>
          </p:cNvSpPr>
          <p:nvPr>
            <p:ph type="dt" sz="half" idx="10"/>
          </p:nvPr>
        </p:nvSpPr>
        <p:spPr/>
        <p:txBody>
          <a:bodyPr/>
          <a:lstStyle/>
          <a:p>
            <a:fld id="{647F808F-BF95-BD47-9F50-D335611548D5}" type="datetimeFigureOut">
              <a:rPr lang="es-US" smtClean="0"/>
              <a:t>7/14/2025</a:t>
            </a:fld>
            <a:endParaRPr lang="es-US"/>
          </a:p>
        </p:txBody>
      </p:sp>
      <p:sp>
        <p:nvSpPr>
          <p:cNvPr id="6" name="Marcador de pie de página 5">
            <a:extLst>
              <a:ext uri="{FF2B5EF4-FFF2-40B4-BE49-F238E27FC236}">
                <a16:creationId xmlns:a16="http://schemas.microsoft.com/office/drawing/2014/main" id="{A650AD2A-5295-1AB0-D102-D756CCA6F39C}"/>
              </a:ext>
            </a:extLst>
          </p:cNvPr>
          <p:cNvSpPr>
            <a:spLocks noGrp="1"/>
          </p:cNvSpPr>
          <p:nvPr>
            <p:ph type="ftr" sz="quarter" idx="11"/>
          </p:nvPr>
        </p:nvSpPr>
        <p:spPr/>
        <p:txBody>
          <a:bodyPr/>
          <a:lstStyle/>
          <a:p>
            <a:endParaRPr lang="es-US"/>
          </a:p>
        </p:txBody>
      </p:sp>
      <p:sp>
        <p:nvSpPr>
          <p:cNvPr id="7" name="Marcador de número de diapositiva 6">
            <a:extLst>
              <a:ext uri="{FF2B5EF4-FFF2-40B4-BE49-F238E27FC236}">
                <a16:creationId xmlns:a16="http://schemas.microsoft.com/office/drawing/2014/main" id="{16A7EBA9-0C2F-D30C-E2A3-D78E89FE7C35}"/>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1866301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836676-7C0F-373F-BB9D-1B41C306F9DB}"/>
              </a:ext>
            </a:extLst>
          </p:cNvPr>
          <p:cNvSpPr>
            <a:spLocks noGrp="1"/>
          </p:cNvSpPr>
          <p:nvPr>
            <p:ph type="title"/>
          </p:nvPr>
        </p:nvSpPr>
        <p:spPr/>
        <p:txBody>
          <a:bodyPr/>
          <a:lstStyle/>
          <a:p>
            <a:r>
              <a:rPr lang="es-MX"/>
              <a:t>Haz clic para modificar el estilo de título del patrón</a:t>
            </a:r>
            <a:endParaRPr lang="es-US"/>
          </a:p>
        </p:txBody>
      </p:sp>
      <p:sp>
        <p:nvSpPr>
          <p:cNvPr id="3" name="Marcador de texto vertical 2">
            <a:extLst>
              <a:ext uri="{FF2B5EF4-FFF2-40B4-BE49-F238E27FC236}">
                <a16:creationId xmlns:a16="http://schemas.microsoft.com/office/drawing/2014/main" id="{F6C09459-3A18-2E6D-997C-1B3C28057CEA}"/>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1659FDEB-4587-55C3-B97A-DB33F6D0ED8F}"/>
              </a:ext>
            </a:extLst>
          </p:cNvPr>
          <p:cNvSpPr>
            <a:spLocks noGrp="1"/>
          </p:cNvSpPr>
          <p:nvPr>
            <p:ph type="dt" sz="half" idx="10"/>
          </p:nvPr>
        </p:nvSpPr>
        <p:spPr/>
        <p:txBody>
          <a:bodyPr/>
          <a:lstStyle/>
          <a:p>
            <a:fld id="{647F808F-BF95-BD47-9F50-D335611548D5}" type="datetimeFigureOut">
              <a:rPr lang="es-US" smtClean="0"/>
              <a:t>7/14/2025</a:t>
            </a:fld>
            <a:endParaRPr lang="es-US"/>
          </a:p>
        </p:txBody>
      </p:sp>
      <p:sp>
        <p:nvSpPr>
          <p:cNvPr id="5" name="Marcador de pie de página 4">
            <a:extLst>
              <a:ext uri="{FF2B5EF4-FFF2-40B4-BE49-F238E27FC236}">
                <a16:creationId xmlns:a16="http://schemas.microsoft.com/office/drawing/2014/main" id="{EE2791EA-350A-49C3-3580-336E2234AFA1}"/>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A14BB299-32FC-5521-899C-ACBD2D9FA9B4}"/>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10734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FE84657-52DD-5AF8-5891-23C9C81376FA}"/>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US"/>
          </a:p>
        </p:txBody>
      </p:sp>
      <p:sp>
        <p:nvSpPr>
          <p:cNvPr id="3" name="Marcador de texto vertical 2">
            <a:extLst>
              <a:ext uri="{FF2B5EF4-FFF2-40B4-BE49-F238E27FC236}">
                <a16:creationId xmlns:a16="http://schemas.microsoft.com/office/drawing/2014/main" id="{593207E3-D29F-3B3A-532E-09B48917D6D0}"/>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C6E2BA8B-9586-A4B3-A106-5A45BE73C018}"/>
              </a:ext>
            </a:extLst>
          </p:cNvPr>
          <p:cNvSpPr>
            <a:spLocks noGrp="1"/>
          </p:cNvSpPr>
          <p:nvPr>
            <p:ph type="dt" sz="half" idx="10"/>
          </p:nvPr>
        </p:nvSpPr>
        <p:spPr/>
        <p:txBody>
          <a:bodyPr/>
          <a:lstStyle/>
          <a:p>
            <a:fld id="{647F808F-BF95-BD47-9F50-D335611548D5}" type="datetimeFigureOut">
              <a:rPr lang="es-US" smtClean="0"/>
              <a:t>7/14/2025</a:t>
            </a:fld>
            <a:endParaRPr lang="es-US"/>
          </a:p>
        </p:txBody>
      </p:sp>
      <p:sp>
        <p:nvSpPr>
          <p:cNvPr id="5" name="Marcador de pie de página 4">
            <a:extLst>
              <a:ext uri="{FF2B5EF4-FFF2-40B4-BE49-F238E27FC236}">
                <a16:creationId xmlns:a16="http://schemas.microsoft.com/office/drawing/2014/main" id="{810A6503-D0DE-789E-7420-0435A20A4B99}"/>
              </a:ext>
            </a:extLst>
          </p:cNvPr>
          <p:cNvSpPr>
            <a:spLocks noGrp="1"/>
          </p:cNvSpPr>
          <p:nvPr>
            <p:ph type="ftr" sz="quarter" idx="11"/>
          </p:nvPr>
        </p:nvSpPr>
        <p:spPr/>
        <p:txBody>
          <a:bodyPr/>
          <a:lstStyle/>
          <a:p>
            <a:endParaRPr lang="es-US"/>
          </a:p>
        </p:txBody>
      </p:sp>
      <p:sp>
        <p:nvSpPr>
          <p:cNvPr id="6" name="Marcador de número de diapositiva 5">
            <a:extLst>
              <a:ext uri="{FF2B5EF4-FFF2-40B4-BE49-F238E27FC236}">
                <a16:creationId xmlns:a16="http://schemas.microsoft.com/office/drawing/2014/main" id="{564AD16A-6DD4-92C8-4270-E9051470E4E9}"/>
              </a:ext>
            </a:extLst>
          </p:cNvPr>
          <p:cNvSpPr>
            <a:spLocks noGrp="1"/>
          </p:cNvSpPr>
          <p:nvPr>
            <p:ph type="sldNum" sz="quarter" idx="12"/>
          </p:nvPr>
        </p:nvSpPr>
        <p:spPr/>
        <p:txBody>
          <a:bodyPr/>
          <a:lstStyle/>
          <a:p>
            <a:fld id="{76D97DAC-6825-D646-A6E6-CCCEBF045E63}" type="slidenum">
              <a:rPr lang="es-US" smtClean="0"/>
              <a:t>‹Nº›</a:t>
            </a:fld>
            <a:endParaRPr lang="es-US"/>
          </a:p>
        </p:txBody>
      </p:sp>
    </p:spTree>
    <p:extLst>
      <p:ext uri="{BB962C8B-B14F-4D97-AF65-F5344CB8AC3E}">
        <p14:creationId xmlns:p14="http://schemas.microsoft.com/office/powerpoint/2010/main" val="492781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A7F291A-AF4B-7D8C-4C9F-A7A1CF143E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US"/>
          </a:p>
        </p:txBody>
      </p:sp>
      <p:sp>
        <p:nvSpPr>
          <p:cNvPr id="3" name="Marcador de texto 2">
            <a:extLst>
              <a:ext uri="{FF2B5EF4-FFF2-40B4-BE49-F238E27FC236}">
                <a16:creationId xmlns:a16="http://schemas.microsoft.com/office/drawing/2014/main" id="{75DEE665-B699-A957-E85F-FBAE145736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US"/>
          </a:p>
        </p:txBody>
      </p:sp>
      <p:sp>
        <p:nvSpPr>
          <p:cNvPr id="4" name="Marcador de fecha 3">
            <a:extLst>
              <a:ext uri="{FF2B5EF4-FFF2-40B4-BE49-F238E27FC236}">
                <a16:creationId xmlns:a16="http://schemas.microsoft.com/office/drawing/2014/main" id="{9190BB5C-3870-47F1-CB1B-953B0293B6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7F808F-BF95-BD47-9F50-D335611548D5}" type="datetimeFigureOut">
              <a:rPr lang="es-US" smtClean="0"/>
              <a:t>7/14/2025</a:t>
            </a:fld>
            <a:endParaRPr lang="es-US"/>
          </a:p>
        </p:txBody>
      </p:sp>
      <p:sp>
        <p:nvSpPr>
          <p:cNvPr id="5" name="Marcador de pie de página 4">
            <a:extLst>
              <a:ext uri="{FF2B5EF4-FFF2-40B4-BE49-F238E27FC236}">
                <a16:creationId xmlns:a16="http://schemas.microsoft.com/office/drawing/2014/main" id="{F1552514-221F-747D-196F-7AA944D31B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US"/>
          </a:p>
        </p:txBody>
      </p:sp>
      <p:sp>
        <p:nvSpPr>
          <p:cNvPr id="6" name="Marcador de número de diapositiva 5">
            <a:extLst>
              <a:ext uri="{FF2B5EF4-FFF2-40B4-BE49-F238E27FC236}">
                <a16:creationId xmlns:a16="http://schemas.microsoft.com/office/drawing/2014/main" id="{2AB1A7C2-BFEA-4127-E336-38F6FF2299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D97DAC-6825-D646-A6E6-CCCEBF045E63}" type="slidenum">
              <a:rPr lang="es-US" smtClean="0"/>
              <a:t>‹Nº›</a:t>
            </a:fld>
            <a:endParaRPr lang="es-US"/>
          </a:p>
        </p:txBody>
      </p:sp>
    </p:spTree>
    <p:extLst>
      <p:ext uri="{BB962C8B-B14F-4D97-AF65-F5344CB8AC3E}">
        <p14:creationId xmlns:p14="http://schemas.microsoft.com/office/powerpoint/2010/main" val="3267758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0.jp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26155DC-5342-54F2-B949-EF395465C618}"/>
              </a:ext>
            </a:extLst>
          </p:cNvPr>
          <p:cNvPicPr>
            <a:picLocks noChangeAspect="1"/>
          </p:cNvPicPr>
          <p:nvPr/>
        </p:nvPicPr>
        <p:blipFill>
          <a:blip r:embed="rId2"/>
          <a:srcRect t="11720" b="6128"/>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7" name="Título 6">
            <a:extLst>
              <a:ext uri="{FF2B5EF4-FFF2-40B4-BE49-F238E27FC236}">
                <a16:creationId xmlns:a16="http://schemas.microsoft.com/office/drawing/2014/main" id="{703941DC-80DE-B662-2176-8FFE1C971540}"/>
              </a:ext>
            </a:extLst>
          </p:cNvPr>
          <p:cNvSpPr>
            <a:spLocks noGrp="1"/>
          </p:cNvSpPr>
          <p:nvPr>
            <p:ph type="ctrTitle"/>
          </p:nvPr>
        </p:nvSpPr>
        <p:spPr>
          <a:xfrm>
            <a:off x="816426" y="623433"/>
            <a:ext cx="5146359" cy="2161496"/>
          </a:xfrm>
        </p:spPr>
        <p:txBody>
          <a:bodyPr>
            <a:noAutofit/>
          </a:bodyPr>
          <a:lstStyle/>
          <a:p>
            <a:r>
              <a:rPr lang="es-US" sz="3200"/>
              <a:t>El aumento de temperatura genera la propagación del hongo Phytophthora en cultivo de cacao en la ciudad de San Martin </a:t>
            </a:r>
          </a:p>
        </p:txBody>
      </p:sp>
      <p:sp>
        <p:nvSpPr>
          <p:cNvPr id="8" name="Subtítulo 7">
            <a:extLst>
              <a:ext uri="{FF2B5EF4-FFF2-40B4-BE49-F238E27FC236}">
                <a16:creationId xmlns:a16="http://schemas.microsoft.com/office/drawing/2014/main" id="{7BA7C12D-C020-4D21-094D-58B556A87310}"/>
              </a:ext>
            </a:extLst>
          </p:cNvPr>
          <p:cNvSpPr>
            <a:spLocks noGrp="1"/>
          </p:cNvSpPr>
          <p:nvPr>
            <p:ph type="subTitle" idx="1"/>
          </p:nvPr>
        </p:nvSpPr>
        <p:spPr>
          <a:xfrm>
            <a:off x="1188357" y="3846967"/>
            <a:ext cx="4036785" cy="1655762"/>
          </a:xfrm>
        </p:spPr>
        <p:txBody>
          <a:bodyPr>
            <a:normAutofit fontScale="62500" lnSpcReduction="20000"/>
          </a:bodyPr>
          <a:lstStyle/>
          <a:p>
            <a:pPr algn="l" rtl="0" fontAlgn="base"/>
            <a:r>
              <a:rPr lang="es-US" sz="1800" b="0" i="0" u="none" strike="noStrike">
                <a:solidFill>
                  <a:srgbClr val="000000"/>
                </a:solidFill>
                <a:effectLst/>
                <a:latin typeface="Arial" panose="020B0604020202020204" pitchFamily="34" charset="0"/>
              </a:rPr>
              <a:t>INTEGRANTES:</a:t>
            </a:r>
          </a:p>
          <a:p>
            <a:pPr algn="l" rtl="0" fontAlgn="base"/>
            <a:r>
              <a:rPr lang="es-US" sz="1800" b="0" i="0" u="none" strike="noStrike">
                <a:solidFill>
                  <a:srgbClr val="000000"/>
                </a:solidFill>
                <a:effectLst/>
                <a:latin typeface="Arial" panose="020B0604020202020204" pitchFamily="34" charset="0"/>
              </a:rPr>
              <a:t>Artola Portocarrero, Raphael Iván             U19304333</a:t>
            </a:r>
            <a:endParaRPr lang="es-US" sz="1800" b="0" i="0" u="none" strike="noStrike">
              <a:solidFill>
                <a:srgbClr val="000000"/>
              </a:solidFill>
              <a:effectLst/>
              <a:latin typeface="Noto Sans Symbols" panose="020B0502040504020204" pitchFamily="34" charset="0"/>
            </a:endParaRPr>
          </a:p>
          <a:p>
            <a:pPr algn="l" rtl="0" fontAlgn="base"/>
            <a:r>
              <a:rPr lang="es-US" sz="1800" b="0" i="0" u="none" strike="noStrike" err="1">
                <a:solidFill>
                  <a:srgbClr val="000000"/>
                </a:solidFill>
                <a:effectLst/>
                <a:latin typeface="Arial" panose="020B0604020202020204" pitchFamily="34" charset="0"/>
              </a:rPr>
              <a:t>Calagua</a:t>
            </a:r>
            <a:r>
              <a:rPr lang="es-US" sz="1800" b="0" i="0" u="none" strike="noStrike">
                <a:solidFill>
                  <a:srgbClr val="000000"/>
                </a:solidFill>
                <a:effectLst/>
                <a:latin typeface="Arial" panose="020B0604020202020204" pitchFamily="34" charset="0"/>
              </a:rPr>
              <a:t> Zambrano, Brenda Pamela         U21207527</a:t>
            </a:r>
          </a:p>
          <a:p>
            <a:pPr algn="l" rtl="0" fontAlgn="base"/>
            <a:r>
              <a:rPr lang="es-US" sz="1800" b="0" i="0" u="none" strike="noStrike">
                <a:solidFill>
                  <a:srgbClr val="000000"/>
                </a:solidFill>
                <a:effectLst/>
                <a:latin typeface="Arial" panose="020B0604020202020204" pitchFamily="34" charset="0"/>
              </a:rPr>
              <a:t>Huertos Veliz, Alejandro </a:t>
            </a:r>
            <a:r>
              <a:rPr lang="es-US" sz="1800" b="0" i="0" u="none" strike="noStrike" err="1">
                <a:solidFill>
                  <a:srgbClr val="000000"/>
                </a:solidFill>
                <a:effectLst/>
                <a:latin typeface="Arial" panose="020B0604020202020204" pitchFamily="34" charset="0"/>
              </a:rPr>
              <a:t>Alvaro</a:t>
            </a:r>
            <a:r>
              <a:rPr lang="es-US" sz="1800" b="0" i="0" u="none" strike="noStrike">
                <a:solidFill>
                  <a:srgbClr val="000000"/>
                </a:solidFill>
                <a:effectLst/>
                <a:latin typeface="Arial" panose="020B0604020202020204" pitchFamily="34" charset="0"/>
              </a:rPr>
              <a:t>                 U23245110</a:t>
            </a:r>
            <a:endParaRPr lang="es-US" sz="1800" b="0" i="0" u="none" strike="noStrike">
              <a:solidFill>
                <a:srgbClr val="000000"/>
              </a:solidFill>
              <a:effectLst/>
              <a:latin typeface="Noto Sans Symbols" panose="020B0502040504020204" pitchFamily="34" charset="0"/>
            </a:endParaRPr>
          </a:p>
          <a:p>
            <a:pPr algn="l" rtl="0" fontAlgn="base"/>
            <a:r>
              <a:rPr lang="es-US" sz="1800" b="0" i="0" u="none" strike="noStrike">
                <a:solidFill>
                  <a:srgbClr val="000000"/>
                </a:solidFill>
                <a:effectLst/>
                <a:latin typeface="Arial" panose="020B0604020202020204" pitchFamily="34" charset="0"/>
              </a:rPr>
              <a:t>Palomino Quispe, </a:t>
            </a:r>
            <a:r>
              <a:rPr lang="es-US" sz="1800" b="0" i="0" u="none" strike="noStrike" err="1">
                <a:solidFill>
                  <a:srgbClr val="000000"/>
                </a:solidFill>
                <a:effectLst/>
                <a:latin typeface="Arial" panose="020B0604020202020204" pitchFamily="34" charset="0"/>
              </a:rPr>
              <a:t>Alessandro</a:t>
            </a:r>
            <a:r>
              <a:rPr lang="es-US" sz="1800" b="0" i="0" u="none" strike="noStrike">
                <a:solidFill>
                  <a:srgbClr val="000000"/>
                </a:solidFill>
                <a:effectLst/>
                <a:latin typeface="Arial" panose="020B0604020202020204" pitchFamily="34" charset="0"/>
              </a:rPr>
              <a:t> </a:t>
            </a:r>
            <a:r>
              <a:rPr lang="es-US" sz="1800" b="0" i="0" u="none" strike="noStrike" err="1">
                <a:solidFill>
                  <a:srgbClr val="000000"/>
                </a:solidFill>
                <a:effectLst/>
                <a:latin typeface="Arial" panose="020B0604020202020204" pitchFamily="34" charset="0"/>
              </a:rPr>
              <a:t>Daril</a:t>
            </a:r>
            <a:r>
              <a:rPr lang="es-US" sz="1800" b="0" i="0" u="none" strike="noStrike">
                <a:solidFill>
                  <a:srgbClr val="000000"/>
                </a:solidFill>
                <a:effectLst/>
                <a:latin typeface="Arial" panose="020B0604020202020204" pitchFamily="34" charset="0"/>
              </a:rPr>
              <a:t>           U21210862</a:t>
            </a:r>
            <a:endParaRPr lang="es-US" sz="1800" b="0" i="0" u="none" strike="noStrike">
              <a:solidFill>
                <a:srgbClr val="000000"/>
              </a:solidFill>
              <a:effectLst/>
              <a:latin typeface="Noto Sans Symbols" panose="020B0502040504020204" pitchFamily="34" charset="0"/>
            </a:endParaRPr>
          </a:p>
          <a:p>
            <a:pPr algn="l" rtl="0" fontAlgn="base"/>
            <a:r>
              <a:rPr lang="es-US" sz="1800" b="0" i="0" u="none" strike="noStrike">
                <a:solidFill>
                  <a:srgbClr val="000000"/>
                </a:solidFill>
                <a:effectLst/>
                <a:latin typeface="Arial" panose="020B0604020202020204" pitchFamily="34" charset="0"/>
              </a:rPr>
              <a:t>Saavedra Medina, Kevin Smith                  U20228678</a:t>
            </a:r>
            <a:endParaRPr lang="es-US" sz="1800" b="0" i="0" u="none" strike="noStrike">
              <a:solidFill>
                <a:srgbClr val="000000"/>
              </a:solidFill>
              <a:effectLst/>
              <a:latin typeface="Noto Sans Symbols" panose="020B0502040504020204" pitchFamily="34" charset="0"/>
            </a:endParaRPr>
          </a:p>
        </p:txBody>
      </p:sp>
    </p:spTree>
    <p:extLst>
      <p:ext uri="{BB962C8B-B14F-4D97-AF65-F5344CB8AC3E}">
        <p14:creationId xmlns:p14="http://schemas.microsoft.com/office/powerpoint/2010/main" val="2438000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E5ADD8-F3D4-16D7-4289-F1DF1874D30D}"/>
              </a:ext>
            </a:extLst>
          </p:cNvPr>
          <p:cNvSpPr>
            <a:spLocks noGrp="1"/>
          </p:cNvSpPr>
          <p:nvPr>
            <p:ph type="title"/>
          </p:nvPr>
        </p:nvSpPr>
        <p:spPr>
          <a:xfrm>
            <a:off x="411843" y="791483"/>
            <a:ext cx="3842657" cy="732518"/>
          </a:xfrm>
        </p:spPr>
        <p:txBody>
          <a:bodyPr/>
          <a:lstStyle/>
          <a:p>
            <a:r>
              <a:rPr lang="es-US" sz="1800" b="1" i="0" u="none" strike="noStrike">
                <a:solidFill>
                  <a:srgbClr val="000000"/>
                </a:solidFill>
                <a:effectLst/>
                <a:latin typeface="Arial" panose="020B0604020202020204" pitchFamily="34" charset="0"/>
              </a:rPr>
              <a:t>Planteamiento del Problema</a:t>
            </a:r>
            <a:endParaRPr lang="es-US"/>
          </a:p>
        </p:txBody>
      </p:sp>
      <p:sp>
        <p:nvSpPr>
          <p:cNvPr id="3" name="Marcador de contenido 2">
            <a:extLst>
              <a:ext uri="{FF2B5EF4-FFF2-40B4-BE49-F238E27FC236}">
                <a16:creationId xmlns:a16="http://schemas.microsoft.com/office/drawing/2014/main" id="{579041BA-14D0-C78C-02FF-36CA7C152BFB}"/>
              </a:ext>
            </a:extLst>
          </p:cNvPr>
          <p:cNvSpPr>
            <a:spLocks noGrp="1"/>
          </p:cNvSpPr>
          <p:nvPr>
            <p:ph idx="1"/>
          </p:nvPr>
        </p:nvSpPr>
        <p:spPr>
          <a:xfrm>
            <a:off x="838200" y="1825625"/>
            <a:ext cx="5974443" cy="4351338"/>
          </a:xfrm>
        </p:spPr>
        <p:txBody>
          <a:bodyPr>
            <a:normAutofit/>
          </a:bodyPr>
          <a:lstStyle/>
          <a:p>
            <a:pPr marL="0" indent="0" algn="just">
              <a:buNone/>
            </a:pPr>
            <a:r>
              <a:rPr lang="es-US" sz="1600"/>
              <a:t>La región de San Martín es una de las mayores productoras de cacao en el Perú, pero enfrenta graves pérdidas por enfermedades fúngicas como la pudrición parda, causadas por el hongo Phytophthora </a:t>
            </a:r>
            <a:r>
              <a:rPr lang="es-US" sz="1600" err="1"/>
              <a:t>spp</a:t>
            </a:r>
            <a:r>
              <a:rPr lang="es-US" sz="1600"/>
              <a:t>..El cambio climático ha agravado la situación, afectando la producción y rentabilidad de los agricultores. Ante esto, el uso de Inteligencia Artificial y visión artificial se plantea como una solución para detectar tempranamente estas enfermedades y mejorar la productividad y sostenibilidad del cultivo.</a:t>
            </a:r>
          </a:p>
        </p:txBody>
      </p:sp>
      <p:sp>
        <p:nvSpPr>
          <p:cNvPr id="4" name="Elipse 3">
            <a:extLst>
              <a:ext uri="{FF2B5EF4-FFF2-40B4-BE49-F238E27FC236}">
                <a16:creationId xmlns:a16="http://schemas.microsoft.com/office/drawing/2014/main" id="{55880326-B03F-DF89-0C17-DE9569E5B0D0}"/>
              </a:ext>
            </a:extLst>
          </p:cNvPr>
          <p:cNvSpPr/>
          <p:nvPr/>
        </p:nvSpPr>
        <p:spPr>
          <a:xfrm>
            <a:off x="7325897" y="487605"/>
            <a:ext cx="1828800" cy="1828800"/>
          </a:xfrm>
          <a:prstGeom prst="ellipse">
            <a:avLst/>
          </a:prstGeom>
          <a:solidFill>
            <a:srgbClr val="774747"/>
          </a:solidFill>
          <a:ln>
            <a:solidFill>
              <a:srgbClr val="7747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6" name="Elipse 5">
            <a:extLst>
              <a:ext uri="{FF2B5EF4-FFF2-40B4-BE49-F238E27FC236}">
                <a16:creationId xmlns:a16="http://schemas.microsoft.com/office/drawing/2014/main" id="{91C45BD3-8A1F-5A74-E9DF-DE95172005BD}"/>
              </a:ext>
            </a:extLst>
          </p:cNvPr>
          <p:cNvSpPr/>
          <p:nvPr/>
        </p:nvSpPr>
        <p:spPr>
          <a:xfrm>
            <a:off x="9667951" y="1760483"/>
            <a:ext cx="1828800" cy="1828800"/>
          </a:xfrm>
          <a:prstGeom prst="ellipse">
            <a:avLst/>
          </a:prstGeom>
          <a:solidFill>
            <a:srgbClr val="774747"/>
          </a:solidFill>
          <a:ln>
            <a:solidFill>
              <a:srgbClr val="7747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2" name="Elipse 11">
            <a:extLst>
              <a:ext uri="{FF2B5EF4-FFF2-40B4-BE49-F238E27FC236}">
                <a16:creationId xmlns:a16="http://schemas.microsoft.com/office/drawing/2014/main" id="{7FB9070D-A200-325C-9DAC-7F70A0DCDFED}"/>
              </a:ext>
            </a:extLst>
          </p:cNvPr>
          <p:cNvSpPr/>
          <p:nvPr/>
        </p:nvSpPr>
        <p:spPr>
          <a:xfrm>
            <a:off x="7325897" y="3308882"/>
            <a:ext cx="1828800" cy="1828800"/>
          </a:xfrm>
          <a:prstGeom prst="ellipse">
            <a:avLst/>
          </a:prstGeom>
          <a:solidFill>
            <a:srgbClr val="774747"/>
          </a:solidFill>
          <a:ln>
            <a:solidFill>
              <a:srgbClr val="7747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4" name="Elipse 13">
            <a:extLst>
              <a:ext uri="{FF2B5EF4-FFF2-40B4-BE49-F238E27FC236}">
                <a16:creationId xmlns:a16="http://schemas.microsoft.com/office/drawing/2014/main" id="{4B37B1DD-D74E-084E-B9F1-CFC4F173CE3B}"/>
              </a:ext>
            </a:extLst>
          </p:cNvPr>
          <p:cNvSpPr/>
          <p:nvPr/>
        </p:nvSpPr>
        <p:spPr>
          <a:xfrm>
            <a:off x="9667951" y="4348163"/>
            <a:ext cx="1828800" cy="1828800"/>
          </a:xfrm>
          <a:prstGeom prst="ellipse">
            <a:avLst/>
          </a:prstGeom>
          <a:solidFill>
            <a:srgbClr val="774747"/>
          </a:solidFill>
          <a:ln>
            <a:solidFill>
              <a:srgbClr val="7747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US"/>
          </a:p>
        </p:txBody>
      </p:sp>
      <p:sp>
        <p:nvSpPr>
          <p:cNvPr id="16" name="CuadroTexto 15">
            <a:extLst>
              <a:ext uri="{FF2B5EF4-FFF2-40B4-BE49-F238E27FC236}">
                <a16:creationId xmlns:a16="http://schemas.microsoft.com/office/drawing/2014/main" id="{F276D827-3FB5-9B11-ABEC-DFEE6EDB191F}"/>
              </a:ext>
            </a:extLst>
          </p:cNvPr>
          <p:cNvSpPr txBox="1"/>
          <p:nvPr/>
        </p:nvSpPr>
        <p:spPr>
          <a:xfrm>
            <a:off x="9753855" y="2197829"/>
            <a:ext cx="1656992" cy="954107"/>
          </a:xfrm>
          <a:prstGeom prst="rect">
            <a:avLst/>
          </a:prstGeom>
          <a:noFill/>
        </p:spPr>
        <p:txBody>
          <a:bodyPr wrap="square" rtlCol="0">
            <a:spAutoFit/>
          </a:bodyPr>
          <a:lstStyle/>
          <a:p>
            <a:pPr algn="ctr"/>
            <a:r>
              <a:rPr lang="es-US" sz="1400">
                <a:solidFill>
                  <a:schemeClr val="bg1"/>
                </a:solidFill>
              </a:rPr>
              <a:t>3000  Familias dependen económicamente del cultivo </a:t>
            </a:r>
          </a:p>
        </p:txBody>
      </p:sp>
      <p:sp>
        <p:nvSpPr>
          <p:cNvPr id="18" name="CuadroTexto 17">
            <a:extLst>
              <a:ext uri="{FF2B5EF4-FFF2-40B4-BE49-F238E27FC236}">
                <a16:creationId xmlns:a16="http://schemas.microsoft.com/office/drawing/2014/main" id="{462564B2-A8BE-B66D-7296-F16F4F34029E}"/>
              </a:ext>
            </a:extLst>
          </p:cNvPr>
          <p:cNvSpPr txBox="1"/>
          <p:nvPr/>
        </p:nvSpPr>
        <p:spPr>
          <a:xfrm>
            <a:off x="7445049" y="3695814"/>
            <a:ext cx="1590496" cy="1169551"/>
          </a:xfrm>
          <a:prstGeom prst="rect">
            <a:avLst/>
          </a:prstGeom>
          <a:noFill/>
        </p:spPr>
        <p:txBody>
          <a:bodyPr wrap="square" rtlCol="0">
            <a:spAutoFit/>
          </a:bodyPr>
          <a:lstStyle/>
          <a:p>
            <a:pPr algn="ctr"/>
            <a:r>
              <a:rPr lang="es-US" sz="1400">
                <a:solidFill>
                  <a:schemeClr val="bg1"/>
                </a:solidFill>
              </a:rPr>
              <a:t>De 28 hectáreas el 14% pudrición parda, 28% moniliasis y 7% escoba de bruja</a:t>
            </a:r>
          </a:p>
        </p:txBody>
      </p:sp>
      <p:sp>
        <p:nvSpPr>
          <p:cNvPr id="20" name="CuadroTexto 19">
            <a:extLst>
              <a:ext uri="{FF2B5EF4-FFF2-40B4-BE49-F238E27FC236}">
                <a16:creationId xmlns:a16="http://schemas.microsoft.com/office/drawing/2014/main" id="{62D55144-7FF8-C700-97F1-D5986D86C2D9}"/>
              </a:ext>
            </a:extLst>
          </p:cNvPr>
          <p:cNvSpPr txBox="1"/>
          <p:nvPr/>
        </p:nvSpPr>
        <p:spPr>
          <a:xfrm>
            <a:off x="9800162" y="4570065"/>
            <a:ext cx="1564378" cy="1384995"/>
          </a:xfrm>
          <a:prstGeom prst="rect">
            <a:avLst/>
          </a:prstGeom>
          <a:noFill/>
        </p:spPr>
        <p:txBody>
          <a:bodyPr wrap="square" rtlCol="0">
            <a:spAutoFit/>
          </a:bodyPr>
          <a:lstStyle/>
          <a:p>
            <a:pPr algn="ctr"/>
            <a:r>
              <a:rPr lang="es-US" sz="1400">
                <a:solidFill>
                  <a:schemeClr val="bg1"/>
                </a:solidFill>
              </a:rPr>
              <a:t>Inversión promedio de 6683. 6 soles con un rendimiento de 1.12 T por hectárea</a:t>
            </a:r>
          </a:p>
        </p:txBody>
      </p:sp>
      <p:sp>
        <p:nvSpPr>
          <p:cNvPr id="22" name="CuadroTexto 21">
            <a:extLst>
              <a:ext uri="{FF2B5EF4-FFF2-40B4-BE49-F238E27FC236}">
                <a16:creationId xmlns:a16="http://schemas.microsoft.com/office/drawing/2014/main" id="{C16BFA86-AE56-27B6-9DB0-6C4BFEF2D3B7}"/>
              </a:ext>
            </a:extLst>
          </p:cNvPr>
          <p:cNvSpPr txBox="1"/>
          <p:nvPr/>
        </p:nvSpPr>
        <p:spPr>
          <a:xfrm>
            <a:off x="7456060" y="816796"/>
            <a:ext cx="1656992" cy="1169551"/>
          </a:xfrm>
          <a:prstGeom prst="rect">
            <a:avLst/>
          </a:prstGeom>
          <a:noFill/>
        </p:spPr>
        <p:txBody>
          <a:bodyPr wrap="square" rtlCol="0">
            <a:spAutoFit/>
          </a:bodyPr>
          <a:lstStyle/>
          <a:p>
            <a:pPr algn="ctr"/>
            <a:r>
              <a:rPr lang="es-US" sz="1400">
                <a:solidFill>
                  <a:schemeClr val="bg1"/>
                </a:solidFill>
              </a:rPr>
              <a:t>San Martín principal exportador de cacao con 52 000 hectáreas </a:t>
            </a:r>
          </a:p>
        </p:txBody>
      </p:sp>
      <p:pic>
        <p:nvPicPr>
          <p:cNvPr id="25" name="Imagen 24">
            <a:extLst>
              <a:ext uri="{FF2B5EF4-FFF2-40B4-BE49-F238E27FC236}">
                <a16:creationId xmlns:a16="http://schemas.microsoft.com/office/drawing/2014/main" id="{3E7AA500-F377-9A36-D51F-BD873D72D1BE}"/>
              </a:ext>
            </a:extLst>
          </p:cNvPr>
          <p:cNvPicPr>
            <a:picLocks noChangeAspect="1"/>
          </p:cNvPicPr>
          <p:nvPr/>
        </p:nvPicPr>
        <p:blipFill>
          <a:blip r:embed="rId2"/>
          <a:stretch>
            <a:fillRect/>
          </a:stretch>
        </p:blipFill>
        <p:spPr>
          <a:xfrm rot="1284966">
            <a:off x="504182" y="4330020"/>
            <a:ext cx="3252856" cy="2012312"/>
          </a:xfrm>
          <a:prstGeom prst="rect">
            <a:avLst/>
          </a:prstGeom>
        </p:spPr>
      </p:pic>
    </p:spTree>
    <p:extLst>
      <p:ext uri="{BB962C8B-B14F-4D97-AF65-F5344CB8AC3E}">
        <p14:creationId xmlns:p14="http://schemas.microsoft.com/office/powerpoint/2010/main" val="16150682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0" grpId="0"/>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7CD5D7A-E431-5A6C-54B8-2862644AD27D}"/>
              </a:ext>
            </a:extLst>
          </p:cNvPr>
          <p:cNvSpPr>
            <a:spLocks noGrp="1"/>
          </p:cNvSpPr>
          <p:nvPr>
            <p:ph type="title"/>
          </p:nvPr>
        </p:nvSpPr>
        <p:spPr>
          <a:xfrm>
            <a:off x="1137033" y="670559"/>
            <a:ext cx="4555783" cy="1043941"/>
          </a:xfrm>
        </p:spPr>
        <p:txBody>
          <a:bodyPr anchor="t">
            <a:normAutofit fontScale="90000"/>
          </a:bodyPr>
          <a:lstStyle/>
          <a:p>
            <a:r>
              <a:rPr lang="es-US" b="1" i="1" kern="100" dirty="0">
                <a:latin typeface="Arial" panose="020B0604020202020204" pitchFamily="34" charset="0"/>
                <a:ea typeface="Yu Gothic Light" panose="020B0300000000000000" pitchFamily="34" charset="-128"/>
                <a:cs typeface="Times New Roman" panose="02020603050405020304" pitchFamily="18" charset="0"/>
              </a:rPr>
              <a:t>Problema General </a:t>
            </a:r>
            <a:br>
              <a:rPr lang="es-US" dirty="0"/>
            </a:br>
            <a:endParaRPr lang="es-US" dirty="0"/>
          </a:p>
        </p:txBody>
      </p:sp>
      <p:pic>
        <p:nvPicPr>
          <p:cNvPr id="9" name="Imagen 8">
            <a:extLst>
              <a:ext uri="{FF2B5EF4-FFF2-40B4-BE49-F238E27FC236}">
                <a16:creationId xmlns:a16="http://schemas.microsoft.com/office/drawing/2014/main" id="{4A4EF5D1-C170-8289-9550-55CC1C24D0B0}"/>
              </a:ext>
            </a:extLst>
          </p:cNvPr>
          <p:cNvPicPr>
            <a:picLocks noChangeAspect="1"/>
          </p:cNvPicPr>
          <p:nvPr/>
        </p:nvPicPr>
        <p:blipFill>
          <a:blip r:embed="rId2"/>
          <a:srcRect t="12154"/>
          <a:stretch>
            <a:fillRect/>
          </a:stretch>
        </p:blipFill>
        <p:spPr>
          <a:xfrm>
            <a:off x="-526142" y="32956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3" name="Marcador de contenido 2">
            <a:extLst>
              <a:ext uri="{FF2B5EF4-FFF2-40B4-BE49-F238E27FC236}">
                <a16:creationId xmlns:a16="http://schemas.microsoft.com/office/drawing/2014/main" id="{89C6C021-D969-BDEA-0D9C-7EB4AE9F6566}"/>
              </a:ext>
            </a:extLst>
          </p:cNvPr>
          <p:cNvSpPr>
            <a:spLocks noGrp="1"/>
          </p:cNvSpPr>
          <p:nvPr>
            <p:ph idx="1"/>
          </p:nvPr>
        </p:nvSpPr>
        <p:spPr>
          <a:xfrm>
            <a:off x="5849709" y="3785508"/>
            <a:ext cx="6070147" cy="2519136"/>
          </a:xfrm>
        </p:spPr>
        <p:txBody>
          <a:bodyPr anchor="t">
            <a:noAutofit/>
          </a:bodyPr>
          <a:lstStyle/>
          <a:p>
            <a:r>
              <a:rPr lang="es-PE" sz="1800" kern="100">
                <a:effectLst/>
                <a:latin typeface="Arial" panose="020B0604020202020204" pitchFamily="34" charset="0"/>
                <a:ea typeface="Aptos" panose="020B0004020202020204" pitchFamily="34" charset="0"/>
                <a:cs typeface="Times New Roman" panose="02020603050405020304" pitchFamily="18" charset="0"/>
              </a:rPr>
              <a:t>¿</a:t>
            </a:r>
            <a:r>
              <a:rPr lang="es-US" sz="1800" kern="1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Cuál es la relación entre la temperatura y la propagación del hongo Phytophthora</a:t>
            </a:r>
            <a:r>
              <a:rPr lang="es-US" sz="1800" kern="100">
                <a:effectLst/>
                <a:latin typeface="Arial" panose="020B0604020202020204" pitchFamily="34" charset="0"/>
                <a:ea typeface="Aptos" panose="020B0004020202020204" pitchFamily="34" charset="0"/>
                <a:cs typeface="Times New Roman" panose="02020603050405020304" pitchFamily="18" charset="0"/>
              </a:rPr>
              <a:t> </a:t>
            </a:r>
            <a:r>
              <a:rPr lang="es-PE" sz="1800" kern="100">
                <a:effectLst/>
                <a:latin typeface="Arial" panose="020B0604020202020204" pitchFamily="34" charset="0"/>
                <a:ea typeface="Aptos" panose="020B0004020202020204" pitchFamily="34" charset="0"/>
                <a:cs typeface="Times New Roman" panose="02020603050405020304" pitchFamily="18" charset="0"/>
              </a:rPr>
              <a:t>en los cultivos de cacao?</a:t>
            </a:r>
            <a:endParaRPr lang="es-US" sz="1800" kern="100">
              <a:effectLst/>
              <a:latin typeface="Aptos" panose="020B0004020202020204" pitchFamily="34" charset="0"/>
              <a:ea typeface="Aptos" panose="020B0004020202020204" pitchFamily="34" charset="0"/>
              <a:cs typeface="Times New Roman" panose="02020603050405020304" pitchFamily="18" charset="0"/>
            </a:endParaRPr>
          </a:p>
          <a:p>
            <a:r>
              <a:rPr lang="es-PE" sz="1800" kern="100">
                <a:effectLst/>
                <a:latin typeface="Arial" panose="020B0604020202020204" pitchFamily="34" charset="0"/>
                <a:ea typeface="Aptos" panose="020B0004020202020204" pitchFamily="34" charset="0"/>
                <a:cs typeface="Times New Roman" panose="02020603050405020304" pitchFamily="18" charset="0"/>
              </a:rPr>
              <a:t>¿Como la inteligencia artificial puede identificar cambios en el índice de infección en los cultivos de cacao para su exportación?</a:t>
            </a:r>
            <a:endParaRPr lang="es-US" sz="1800" kern="100">
              <a:effectLst/>
              <a:latin typeface="Aptos" panose="020B0004020202020204" pitchFamily="34" charset="0"/>
              <a:ea typeface="Aptos" panose="020B0004020202020204" pitchFamily="34" charset="0"/>
              <a:cs typeface="Times New Roman" panose="02020603050405020304" pitchFamily="18" charset="0"/>
            </a:endParaRPr>
          </a:p>
          <a:p>
            <a:r>
              <a:rPr lang="es-US" sz="1800">
                <a:solidFill>
                  <a:srgbClr val="000000"/>
                </a:solidFill>
                <a:effectLst/>
                <a:latin typeface="Arial" panose="020B0604020202020204" pitchFamily="34" charset="0"/>
                <a:ea typeface="Times New Roman" panose="02020603050405020304" pitchFamily="18" charset="0"/>
              </a:rPr>
              <a:t>¿Qué tanto cambia la coloración del cultivo cuando es infectado por el hongo Phytophthora?</a:t>
            </a:r>
            <a:endParaRPr lang="es-US" sz="1800" dirty="0"/>
          </a:p>
        </p:txBody>
      </p:sp>
      <p:sp>
        <p:nvSpPr>
          <p:cNvPr id="13" name="Marcador de contenido 2">
            <a:extLst>
              <a:ext uri="{FF2B5EF4-FFF2-40B4-BE49-F238E27FC236}">
                <a16:creationId xmlns:a16="http://schemas.microsoft.com/office/drawing/2014/main" id="{28C6D618-7E69-A694-7D43-90F7030B419D}"/>
              </a:ext>
            </a:extLst>
          </p:cNvPr>
          <p:cNvSpPr txBox="1">
            <a:spLocks/>
          </p:cNvSpPr>
          <p:nvPr/>
        </p:nvSpPr>
        <p:spPr>
          <a:xfrm>
            <a:off x="838200" y="1759163"/>
            <a:ext cx="9601200" cy="7620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sz="1800" kern="100" dirty="0">
                <a:latin typeface="Arial" panose="020B0604020202020204" pitchFamily="34" charset="0"/>
                <a:ea typeface="Aptos" panose="020B0004020202020204" pitchFamily="34" charset="0"/>
                <a:cs typeface="Times New Roman" panose="02020603050405020304" pitchFamily="18" charset="0"/>
              </a:rPr>
              <a:t>¿Es posible optimizar la detección del hongo Phytophthora en hectáreas de cacao para evitar su propagación, utilizando Inteligencia Artificial, en la ciudad de San Martin?</a:t>
            </a:r>
            <a:endParaRPr lang="es-US" sz="18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17" name="Título 1">
            <a:extLst>
              <a:ext uri="{FF2B5EF4-FFF2-40B4-BE49-F238E27FC236}">
                <a16:creationId xmlns:a16="http://schemas.microsoft.com/office/drawing/2014/main" id="{CD6C97C4-3A7F-057E-7013-124BE42B6FD3}"/>
              </a:ext>
            </a:extLst>
          </p:cNvPr>
          <p:cNvSpPr txBox="1">
            <a:spLocks/>
          </p:cNvSpPr>
          <p:nvPr/>
        </p:nvSpPr>
        <p:spPr>
          <a:xfrm>
            <a:off x="4884680" y="3072492"/>
            <a:ext cx="2779806" cy="556083"/>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lvl="2"/>
            <a:r>
              <a:rPr lang="es-PE" b="1" kern="100" dirty="0">
                <a:solidFill>
                  <a:sysClr val="windowText" lastClr="000000"/>
                </a:solidFill>
                <a:latin typeface="Arial" panose="020B0604020202020204" pitchFamily="34" charset="0"/>
                <a:ea typeface="Aptos" panose="020B0004020202020204" pitchFamily="34" charset="0"/>
                <a:cs typeface="Times New Roman" panose="02020603050405020304" pitchFamily="18" charset="0"/>
              </a:rPr>
              <a:t>Problema</a:t>
            </a:r>
            <a:r>
              <a:rPr lang="es-US" b="1" kern="100" dirty="0">
                <a:solidFill>
                  <a:sysClr val="windowText" lastClr="000000"/>
                </a:solidFill>
                <a:latin typeface="Arial" panose="020B0604020202020204" pitchFamily="34" charset="0"/>
                <a:ea typeface="Aptos" panose="020B0004020202020204" pitchFamily="34" charset="0"/>
                <a:cs typeface="Times New Roman" panose="02020603050405020304" pitchFamily="18" charset="0"/>
              </a:rPr>
              <a:t>s específicos </a:t>
            </a:r>
            <a:br>
              <a:rPr lang="es-US" b="1" kern="100" dirty="0">
                <a:solidFill>
                  <a:sysClr val="windowText" lastClr="000000"/>
                </a:solidFill>
                <a:latin typeface="Arial" panose="020B0604020202020204" pitchFamily="34" charset="0"/>
                <a:ea typeface="Aptos" panose="020B0004020202020204" pitchFamily="34" charset="0"/>
                <a:cs typeface="Times New Roman" panose="02020603050405020304" pitchFamily="18" charset="0"/>
              </a:rPr>
            </a:br>
            <a:endParaRPr lang="es-US" kern="100" dirty="0">
              <a:solidFill>
                <a:sysClr val="windowText" lastClr="000000"/>
              </a:solidFill>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154058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63F690C-99A3-F870-AA61-0ACF0F1041B4}"/>
              </a:ext>
            </a:extLst>
          </p:cNvPr>
          <p:cNvSpPr>
            <a:spLocks noGrp="1"/>
          </p:cNvSpPr>
          <p:nvPr>
            <p:ph type="title"/>
          </p:nvPr>
        </p:nvSpPr>
        <p:spPr>
          <a:xfrm>
            <a:off x="7320466" y="609600"/>
            <a:ext cx="4140014" cy="1330839"/>
          </a:xfrm>
        </p:spPr>
        <p:txBody>
          <a:bodyPr>
            <a:normAutofit/>
          </a:bodyPr>
          <a:lstStyle/>
          <a:p>
            <a:r>
              <a:rPr lang="es-PE" sz="2800" b="1" i="1" kern="100" dirty="0">
                <a:effectLst/>
                <a:latin typeface="Arial" panose="020B0604020202020204" pitchFamily="34" charset="0"/>
                <a:ea typeface="Yu Gothic Light" panose="020B0502040504020204" pitchFamily="34" charset="0"/>
                <a:cs typeface="Times New Roman" panose="02020603050405020304" pitchFamily="18" charset="0"/>
              </a:rPr>
              <a:t>Objetivos del proyecto</a:t>
            </a:r>
            <a:br>
              <a:rPr lang="es-US" sz="2800" b="1" kern="100" dirty="0">
                <a:effectLst/>
                <a:latin typeface="Aptos Display" panose="020B0004020202020204" pitchFamily="34" charset="0"/>
                <a:ea typeface="Yu Gothic Light" panose="020B0502040504020204" pitchFamily="34" charset="0"/>
                <a:cs typeface="Times New Roman" panose="02020603050405020304" pitchFamily="18" charset="0"/>
              </a:rPr>
            </a:br>
            <a:endParaRPr lang="es-US" sz="2800" dirty="0"/>
          </a:p>
        </p:txBody>
      </p:sp>
      <p:pic>
        <p:nvPicPr>
          <p:cNvPr id="9" name="Imagen 8">
            <a:extLst>
              <a:ext uri="{FF2B5EF4-FFF2-40B4-BE49-F238E27FC236}">
                <a16:creationId xmlns:a16="http://schemas.microsoft.com/office/drawing/2014/main" id="{83697B54-9065-D5F2-6A62-15B1D9DBEBC7}"/>
              </a:ext>
            </a:extLst>
          </p:cNvPr>
          <p:cNvPicPr>
            <a:picLocks noChangeAspect="1"/>
          </p:cNvPicPr>
          <p:nvPr/>
        </p:nvPicPr>
        <p:blipFill>
          <a:blip r:embed="rId2"/>
          <a:srcRect l="11914" r="1" b="1"/>
          <a:stretch>
            <a:fillRect/>
          </a:stretch>
        </p:blipFill>
        <p:spPr>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
        <p:nvSpPr>
          <p:cNvPr id="3" name="Marcador de contenido 2">
            <a:extLst>
              <a:ext uri="{FF2B5EF4-FFF2-40B4-BE49-F238E27FC236}">
                <a16:creationId xmlns:a16="http://schemas.microsoft.com/office/drawing/2014/main" id="{A2A1B349-3866-2058-42F8-0270048DEA78}"/>
              </a:ext>
            </a:extLst>
          </p:cNvPr>
          <p:cNvSpPr>
            <a:spLocks noGrp="1"/>
          </p:cNvSpPr>
          <p:nvPr>
            <p:ph idx="1"/>
          </p:nvPr>
        </p:nvSpPr>
        <p:spPr>
          <a:xfrm>
            <a:off x="7320465" y="2194101"/>
            <a:ext cx="4671964" cy="4137755"/>
          </a:xfrm>
        </p:spPr>
        <p:txBody>
          <a:bodyPr>
            <a:normAutofit/>
          </a:bodyPr>
          <a:lstStyle/>
          <a:p>
            <a:pPr marL="914400" lvl="2" indent="0">
              <a:buNone/>
            </a:pPr>
            <a:r>
              <a:rPr lang="es-PE" sz="1400" b="1" u="none" strike="noStrike" kern="100" dirty="0">
                <a:effectLst/>
                <a:latin typeface="Arial" panose="020B0604020202020204" pitchFamily="34" charset="0"/>
                <a:ea typeface="Yu Gothic Light" panose="020B0502040504020204" pitchFamily="34" charset="0"/>
                <a:cs typeface="Times New Roman" panose="02020603050405020304" pitchFamily="18" charset="0"/>
              </a:rPr>
              <a:t>Objetivo General</a:t>
            </a:r>
            <a:endParaRPr lang="es-US" sz="1400" b="1" u="none" strike="noStrike" kern="100" dirty="0">
              <a:effectLst/>
              <a:latin typeface="Aptos" panose="020B0004020202020204" pitchFamily="34" charset="0"/>
              <a:ea typeface="Yu Gothic Light" panose="020B0502040504020204" pitchFamily="34" charset="0"/>
              <a:cs typeface="Times New Roman" panose="02020603050405020304" pitchFamily="18" charset="0"/>
            </a:endParaRPr>
          </a:p>
          <a:p>
            <a:r>
              <a:rPr lang="es-PE" sz="1400" kern="100" dirty="0">
                <a:effectLst/>
                <a:latin typeface="Arial" panose="020B0604020202020204" pitchFamily="34" charset="0"/>
                <a:ea typeface="Aptos" panose="020B0004020202020204" pitchFamily="34" charset="0"/>
                <a:cs typeface="Arial" panose="020B0604020202020204" pitchFamily="34" charset="0"/>
              </a:rPr>
              <a:t>Desarrollar un sistema automatizado con inteligencia artificial que permita detectar el hongo Phytophthora en cultivos de cacao en la ciudad de San Martin, mediante el análisis de variación de coloración del tallo, con el fin de prevenir su propagación.</a:t>
            </a:r>
            <a:endParaRPr lang="es-US" sz="1400" kern="100" dirty="0">
              <a:effectLst/>
              <a:latin typeface="Arial" panose="020B0604020202020204" pitchFamily="34" charset="0"/>
              <a:ea typeface="Aptos" panose="020B0004020202020204" pitchFamily="34" charset="0"/>
              <a:cs typeface="Arial" panose="020B0604020202020204" pitchFamily="34" charset="0"/>
            </a:endParaRPr>
          </a:p>
          <a:p>
            <a:pPr marL="0" indent="0">
              <a:buNone/>
            </a:pPr>
            <a:endParaRPr lang="es-US" sz="1400" kern="100" dirty="0">
              <a:effectLst/>
              <a:latin typeface="Aptos" panose="020B0004020202020204" pitchFamily="34" charset="0"/>
              <a:ea typeface="Aptos" panose="020B0004020202020204" pitchFamily="34" charset="0"/>
              <a:cs typeface="Arial" panose="020B0604020202020204" pitchFamily="34" charset="0"/>
            </a:endParaRPr>
          </a:p>
          <a:p>
            <a:pPr marL="914400" lvl="2" indent="0">
              <a:buNone/>
            </a:pPr>
            <a:r>
              <a:rPr lang="es-PE" sz="1400" b="1" u="none" strike="noStrike" kern="100" dirty="0">
                <a:effectLst/>
                <a:latin typeface="Arial" panose="020B0604020202020204" pitchFamily="34" charset="0"/>
                <a:ea typeface="Yu Gothic Light" panose="020B0502040504020204" pitchFamily="34" charset="0"/>
                <a:cs typeface="Times New Roman" panose="02020603050405020304" pitchFamily="18" charset="0"/>
              </a:rPr>
              <a:t>Objetivos Específicos</a:t>
            </a:r>
            <a:endParaRPr lang="es-US" sz="1400" b="1" u="none" strike="noStrike" kern="100" dirty="0">
              <a:effectLst/>
              <a:latin typeface="Aptos" panose="020B0004020202020204" pitchFamily="34" charset="0"/>
              <a:ea typeface="Yu Gothic Light" panose="020B0502040504020204" pitchFamily="34" charset="0"/>
              <a:cs typeface="Times New Roman" panose="02020603050405020304" pitchFamily="18" charset="0"/>
            </a:endParaRPr>
          </a:p>
          <a:p>
            <a:pPr lvl="0"/>
            <a:r>
              <a:rPr lang="es-PE" sz="1400" kern="100" dirty="0">
                <a:effectLst/>
                <a:latin typeface="Arial" panose="020B0604020202020204" pitchFamily="34" charset="0"/>
                <a:ea typeface="Aptos" panose="020B0004020202020204" pitchFamily="34" charset="0"/>
                <a:cs typeface="Arial" panose="020B0604020202020204" pitchFamily="34" charset="0"/>
              </a:rPr>
              <a:t>Recolectar imágenes de tallos sanos y con presencia del hongo para entrenar a la IA</a:t>
            </a:r>
            <a:endParaRPr lang="es-US" sz="1400" kern="100" dirty="0">
              <a:effectLst/>
              <a:latin typeface="Aptos" panose="020B0004020202020204" pitchFamily="34" charset="0"/>
              <a:ea typeface="Aptos" panose="020B0004020202020204" pitchFamily="34" charset="0"/>
              <a:cs typeface="Arial" panose="020B0604020202020204" pitchFamily="34" charset="0"/>
            </a:endParaRPr>
          </a:p>
          <a:p>
            <a:pPr lvl="0"/>
            <a:r>
              <a:rPr lang="es-PE" sz="1400" kern="100" dirty="0">
                <a:effectLst/>
                <a:latin typeface="Arial" panose="020B0604020202020204" pitchFamily="34" charset="0"/>
                <a:ea typeface="Aptos" panose="020B0004020202020204" pitchFamily="34" charset="0"/>
                <a:cs typeface="Arial" panose="020B0604020202020204" pitchFamily="34" charset="0"/>
              </a:rPr>
              <a:t>Identificar patrones en la coloración mediante bits de colores que evidencien la presencia del hongo.</a:t>
            </a:r>
            <a:endParaRPr lang="es-US" sz="1400" kern="100" dirty="0">
              <a:effectLst/>
              <a:latin typeface="Aptos" panose="020B0004020202020204" pitchFamily="34" charset="0"/>
              <a:ea typeface="Aptos" panose="020B0004020202020204" pitchFamily="34" charset="0"/>
              <a:cs typeface="Arial" panose="020B0604020202020204" pitchFamily="34" charset="0"/>
            </a:endParaRPr>
          </a:p>
          <a:p>
            <a:pPr lvl="0"/>
            <a:r>
              <a:rPr lang="es-PE" sz="1400" kern="100" dirty="0">
                <a:effectLst/>
                <a:latin typeface="Arial" panose="020B0604020202020204" pitchFamily="34" charset="0"/>
                <a:ea typeface="Aptos" panose="020B0004020202020204" pitchFamily="34" charset="0"/>
                <a:cs typeface="Arial" panose="020B0604020202020204" pitchFamily="34" charset="0"/>
              </a:rPr>
              <a:t>Diseñar un vehículo autónomo para el monitoreo de hectáreas e identificar las plagas </a:t>
            </a:r>
            <a:endParaRPr lang="es-US" sz="1400" kern="100" dirty="0">
              <a:effectLst/>
              <a:latin typeface="Aptos" panose="020B0004020202020204" pitchFamily="34" charset="0"/>
              <a:ea typeface="Aptos" panose="020B0004020202020204" pitchFamily="34" charset="0"/>
              <a:cs typeface="Arial" panose="020B0604020202020204" pitchFamily="34" charset="0"/>
            </a:endParaRPr>
          </a:p>
          <a:p>
            <a:endParaRPr lang="es-US" sz="1400" dirty="0"/>
          </a:p>
        </p:txBody>
      </p:sp>
    </p:spTree>
    <p:extLst>
      <p:ext uri="{BB962C8B-B14F-4D97-AF65-F5344CB8AC3E}">
        <p14:creationId xmlns:p14="http://schemas.microsoft.com/office/powerpoint/2010/main" val="1539794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68D8B3B2-FBB1-F940-C95F-49002D6DA728}"/>
              </a:ext>
            </a:extLst>
          </p:cNvPr>
          <p:cNvSpPr txBox="1"/>
          <p:nvPr/>
        </p:nvSpPr>
        <p:spPr>
          <a:xfrm>
            <a:off x="556532" y="643467"/>
            <a:ext cx="11210925" cy="744836"/>
          </a:xfrm>
          <a:prstGeom prst="rect">
            <a:avLst/>
          </a:prstGeom>
        </p:spPr>
        <p:txBody>
          <a:bodyPr vert="horz" lIns="91440" tIns="45720" rIns="91440" bIns="45720" rtlCol="0" anchor="ctr">
            <a:noAutofit/>
          </a:bodyPr>
          <a:lstStyle/>
          <a:p>
            <a:pPr algn="ctr">
              <a:lnSpc>
                <a:spcPct val="90000"/>
              </a:lnSpc>
              <a:spcBef>
                <a:spcPct val="0"/>
              </a:spcBef>
              <a:spcAft>
                <a:spcPts val="600"/>
              </a:spcAft>
            </a:pPr>
            <a:r>
              <a:rPr lang="en-US" sz="3200" b="1" kern="1200">
                <a:solidFill>
                  <a:schemeClr val="bg1"/>
                </a:solidFill>
                <a:latin typeface="+mj-lt"/>
                <a:ea typeface="+mj-ea"/>
                <a:cs typeface="+mj-cs"/>
              </a:rPr>
              <a:t>HONGO PHYTOPHTHORA</a:t>
            </a:r>
            <a:r>
              <a:rPr lang="en-US" sz="3200" kern="1200">
                <a:solidFill>
                  <a:schemeClr val="bg1"/>
                </a:solidFill>
                <a:latin typeface="+mj-lt"/>
                <a:ea typeface="+mj-ea"/>
                <a:cs typeface="+mj-cs"/>
              </a:rPr>
              <a:t> </a:t>
            </a:r>
          </a:p>
        </p:txBody>
      </p:sp>
      <p:pic>
        <p:nvPicPr>
          <p:cNvPr id="7" name="Marcador de contenido 3">
            <a:extLst>
              <a:ext uri="{FF2B5EF4-FFF2-40B4-BE49-F238E27FC236}">
                <a16:creationId xmlns:a16="http://schemas.microsoft.com/office/drawing/2014/main" id="{5640150F-BC1C-8A92-21EA-CDE24A724D94}"/>
              </a:ext>
            </a:extLst>
          </p:cNvPr>
          <p:cNvPicPr>
            <a:picLocks noGrp="1" noChangeAspect="1"/>
          </p:cNvPicPr>
          <p:nvPr>
            <p:ph idx="1"/>
          </p:nvPr>
        </p:nvPicPr>
        <p:blipFill>
          <a:blip r:embed="rId2"/>
          <a:stretch>
            <a:fillRect/>
          </a:stretch>
        </p:blipFill>
        <p:spPr>
          <a:xfrm>
            <a:off x="643467" y="1950309"/>
            <a:ext cx="10905066" cy="3844035"/>
          </a:xfrm>
          <a:prstGeom prst="rect">
            <a:avLst/>
          </a:prstGeom>
        </p:spPr>
      </p:pic>
    </p:spTree>
    <p:extLst>
      <p:ext uri="{BB962C8B-B14F-4D97-AF65-F5344CB8AC3E}">
        <p14:creationId xmlns:p14="http://schemas.microsoft.com/office/powerpoint/2010/main" val="2291564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Marcador de contenido 5">
            <a:extLst>
              <a:ext uri="{FF2B5EF4-FFF2-40B4-BE49-F238E27FC236}">
                <a16:creationId xmlns:a16="http://schemas.microsoft.com/office/drawing/2014/main" id="{61CD1AFB-6CA5-ECEA-78A3-0B08FBE4F1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4756" y="643466"/>
            <a:ext cx="9442487" cy="5571067"/>
          </a:xfrm>
          <a:prstGeom prst="rect">
            <a:avLst/>
          </a:prstGeom>
        </p:spPr>
      </p:pic>
    </p:spTree>
    <p:extLst>
      <p:ext uri="{BB962C8B-B14F-4D97-AF65-F5344CB8AC3E}">
        <p14:creationId xmlns:p14="http://schemas.microsoft.com/office/powerpoint/2010/main" val="3651876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2215C6C6-E45C-4179-9FC1-E8A4C1D47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12">
            <a:extLst>
              <a:ext uri="{FF2B5EF4-FFF2-40B4-BE49-F238E27FC236}">
                <a16:creationId xmlns:a16="http://schemas.microsoft.com/office/drawing/2014/main" id="{5FE9FE4C-C9E0-4C54-8010-EA9D29CD4D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564726" y="1890469"/>
            <a:ext cx="5860051" cy="2079143"/>
            <a:chOff x="6081624" y="1998368"/>
            <a:chExt cx="5613457" cy="782175"/>
          </a:xfrm>
          <a:solidFill>
            <a:schemeClr val="accent4"/>
          </a:solidFill>
        </p:grpSpPr>
        <p:sp>
          <p:nvSpPr>
            <p:cNvPr id="14" name="Rectangle 13">
              <a:extLst>
                <a:ext uri="{FF2B5EF4-FFF2-40B4-BE49-F238E27FC236}">
                  <a16:creationId xmlns:a16="http://schemas.microsoft.com/office/drawing/2014/main" id="{56FAD6EF-0374-46BD-901E-E901DCA01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4847ABE-275E-4DCA-B164-A672D517F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16">
            <a:extLst>
              <a:ext uri="{FF2B5EF4-FFF2-40B4-BE49-F238E27FC236}">
                <a16:creationId xmlns:a16="http://schemas.microsoft.com/office/drawing/2014/main" id="{3776B14B-F2F4-4825-8DA8-8C7A0F2B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466344"/>
            <a:ext cx="11111729" cy="591782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Marcador de contenido 5">
            <a:extLst>
              <a:ext uri="{FF2B5EF4-FFF2-40B4-BE49-F238E27FC236}">
                <a16:creationId xmlns:a16="http://schemas.microsoft.com/office/drawing/2014/main" id="{E0E66A85-2D8D-A908-066A-C36B3E059AD3}"/>
              </a:ext>
            </a:extLst>
          </p:cNvPr>
          <p:cNvPicPr>
            <a:picLocks noGrp="1" noChangeAspect="1"/>
          </p:cNvPicPr>
          <p:nvPr>
            <p:ph idx="1"/>
          </p:nvPr>
        </p:nvPicPr>
        <p:blipFill>
          <a:blip r:embed="rId2"/>
          <a:srcRect t="5444" b="7804"/>
          <a:stretch>
            <a:fillRect/>
          </a:stretch>
        </p:blipFill>
        <p:spPr>
          <a:xfrm>
            <a:off x="838200" y="704765"/>
            <a:ext cx="10628376" cy="5440003"/>
          </a:xfrm>
          <a:prstGeom prst="rect">
            <a:avLst/>
          </a:prstGeom>
        </p:spPr>
      </p:pic>
    </p:spTree>
    <p:extLst>
      <p:ext uri="{BB962C8B-B14F-4D97-AF65-F5344CB8AC3E}">
        <p14:creationId xmlns:p14="http://schemas.microsoft.com/office/powerpoint/2010/main" val="1590346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CCCB6D-5162-4AAE-A5E3-3AC55410D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BCD8C04-CC7B-40EF-82EB-E9821F79B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0" y="2458"/>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descr="Imagen que contiene tabla, interior, comida, café&#10;&#10;Descripción generada automáticamente">
            <a:extLst>
              <a:ext uri="{FF2B5EF4-FFF2-40B4-BE49-F238E27FC236}">
                <a16:creationId xmlns:a16="http://schemas.microsoft.com/office/drawing/2014/main" id="{6C17C961-34B4-E708-9493-5C1C3E96A241}"/>
              </a:ext>
            </a:extLst>
          </p:cNvPr>
          <p:cNvPicPr>
            <a:picLocks noChangeAspect="1"/>
          </p:cNvPicPr>
          <p:nvPr/>
        </p:nvPicPr>
        <p:blipFill>
          <a:blip r:embed="rId2">
            <a:alphaModFix amt="40000"/>
          </a:blip>
          <a:srcRect l="1621" r="5965"/>
          <a:stretch>
            <a:fillRect/>
          </a:stretch>
        </p:blipFill>
        <p:spPr>
          <a:xfrm>
            <a:off x="-170" y="10"/>
            <a:ext cx="8450317" cy="6857990"/>
          </a:xfrm>
          <a:prstGeom prst="rect">
            <a:avLst/>
          </a:prstGeom>
        </p:spPr>
      </p:pic>
      <p:sp>
        <p:nvSpPr>
          <p:cNvPr id="2" name="Título 1">
            <a:extLst>
              <a:ext uri="{FF2B5EF4-FFF2-40B4-BE49-F238E27FC236}">
                <a16:creationId xmlns:a16="http://schemas.microsoft.com/office/drawing/2014/main" id="{DE659694-1004-872F-E3B2-FED4E3106A1A}"/>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i="1" kern="1200" err="1">
                <a:solidFill>
                  <a:srgbClr val="FFFFFF"/>
                </a:solidFill>
                <a:latin typeface="Arial" panose="020B0604020202020204" pitchFamily="34" charset="0"/>
                <a:cs typeface="Arial" panose="020B0604020202020204" pitchFamily="34" charset="0"/>
              </a:rPr>
              <a:t>Prototipo</a:t>
            </a:r>
            <a:r>
              <a:rPr lang="en-US" i="1" kern="1200">
                <a:solidFill>
                  <a:srgbClr val="FFFFFF"/>
                </a:solidFill>
                <a:latin typeface="Arial" panose="020B0604020202020204" pitchFamily="34" charset="0"/>
                <a:cs typeface="Arial" panose="020B0604020202020204" pitchFamily="34" charset="0"/>
              </a:rPr>
              <a:t> de </a:t>
            </a:r>
            <a:r>
              <a:rPr lang="en-US" i="1" kern="1200" err="1">
                <a:solidFill>
                  <a:srgbClr val="FFFFFF"/>
                </a:solidFill>
                <a:latin typeface="Arial" panose="020B0604020202020204" pitchFamily="34" charset="0"/>
                <a:cs typeface="Arial" panose="020B0604020202020204" pitchFamily="34" charset="0"/>
              </a:rPr>
              <a:t>vehículo</a:t>
            </a:r>
            <a:r>
              <a:rPr lang="en-US" i="1" kern="1200">
                <a:solidFill>
                  <a:srgbClr val="FFFFFF"/>
                </a:solidFill>
                <a:latin typeface="Arial" panose="020B0604020202020204" pitchFamily="34" charset="0"/>
                <a:cs typeface="Arial" panose="020B0604020202020204" pitchFamily="34" charset="0"/>
              </a:rPr>
              <a:t> </a:t>
            </a:r>
            <a:r>
              <a:rPr lang="en-US" i="1" kern="1200" err="1">
                <a:solidFill>
                  <a:srgbClr val="FFFFFF"/>
                </a:solidFill>
                <a:latin typeface="Arial" panose="020B0604020202020204" pitchFamily="34" charset="0"/>
                <a:cs typeface="Arial" panose="020B0604020202020204" pitchFamily="34" charset="0"/>
              </a:rPr>
              <a:t>terrestre</a:t>
            </a:r>
            <a:r>
              <a:rPr lang="en-US" i="1" kern="1200">
                <a:solidFill>
                  <a:srgbClr val="FFFFFF"/>
                </a:solidFill>
                <a:latin typeface="Arial" panose="020B0604020202020204" pitchFamily="34" charset="0"/>
                <a:cs typeface="Arial" panose="020B0604020202020204" pitchFamily="34" charset="0"/>
              </a:rPr>
              <a:t> no </a:t>
            </a:r>
            <a:r>
              <a:rPr lang="en-US" i="1" kern="1200" err="1">
                <a:solidFill>
                  <a:srgbClr val="FFFFFF"/>
                </a:solidFill>
                <a:latin typeface="Arial" panose="020B0604020202020204" pitchFamily="34" charset="0"/>
                <a:cs typeface="Arial" panose="020B0604020202020204" pitchFamily="34" charset="0"/>
              </a:rPr>
              <a:t>tripulado</a:t>
            </a:r>
            <a:endParaRPr lang="en-US" i="1" kern="1200">
              <a:solidFill>
                <a:srgbClr val="FFFFFF"/>
              </a:solidFill>
              <a:latin typeface="Arial" panose="020B0604020202020204" pitchFamily="34" charset="0"/>
              <a:cs typeface="Arial" panose="020B0604020202020204" pitchFamily="34" charset="0"/>
            </a:endParaRPr>
          </a:p>
        </p:txBody>
      </p:sp>
      <p:pic>
        <p:nvPicPr>
          <p:cNvPr id="5" name="Marcador de contenido 4" descr="Imagen que contiene plástico, contenedor, bolsa, llenado&#10;&#10;Descripción generada automáticamente">
            <a:extLst>
              <a:ext uri="{FF2B5EF4-FFF2-40B4-BE49-F238E27FC236}">
                <a16:creationId xmlns:a16="http://schemas.microsoft.com/office/drawing/2014/main" id="{9314D933-34C1-7C69-6E0A-CB4D3B565648}"/>
              </a:ext>
            </a:extLst>
          </p:cNvPr>
          <p:cNvPicPr>
            <a:picLocks noGrp="1" noChangeAspect="1"/>
          </p:cNvPicPr>
          <p:nvPr>
            <p:ph idx="1"/>
          </p:nvPr>
        </p:nvPicPr>
        <p:blipFill>
          <a:blip r:embed="rId3"/>
          <a:srcRect t="6353" b="7387"/>
          <a:stretch>
            <a:fillRect/>
          </a:stretch>
        </p:blipFill>
        <p:spPr>
          <a:xfrm>
            <a:off x="6225997" y="-2458"/>
            <a:ext cx="5962785" cy="685800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825469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Marcador de contenido 5" descr="Diagrama, Esquemático&#10;&#10;Descripción generada automáticamente">
            <a:extLst>
              <a:ext uri="{FF2B5EF4-FFF2-40B4-BE49-F238E27FC236}">
                <a16:creationId xmlns:a16="http://schemas.microsoft.com/office/drawing/2014/main" id="{A9AE8D18-851E-DEE0-80AE-96C900C507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0439" y="643466"/>
            <a:ext cx="9731121" cy="5571067"/>
          </a:xfrm>
          <a:prstGeom prst="rect">
            <a:avLst/>
          </a:prstGeom>
        </p:spPr>
      </p:pic>
    </p:spTree>
    <p:extLst>
      <p:ext uri="{BB962C8B-B14F-4D97-AF65-F5344CB8AC3E}">
        <p14:creationId xmlns:p14="http://schemas.microsoft.com/office/powerpoint/2010/main" val="3942006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Marcador de contenido 8">
            <a:extLst>
              <a:ext uri="{FF2B5EF4-FFF2-40B4-BE49-F238E27FC236}">
                <a16:creationId xmlns:a16="http://schemas.microsoft.com/office/drawing/2014/main" id="{74F85EFC-9AAF-64F7-1C67-D5F8B20FA57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t="16440" b="8574"/>
          <a:stretch>
            <a:fillRect/>
          </a:stretch>
        </p:blipFill>
        <p:spPr bwMode="auto">
          <a:xfrm>
            <a:off x="20" y="1282"/>
            <a:ext cx="12191980" cy="6856718"/>
          </a:xfrm>
          <a:prstGeom prst="rect">
            <a:avLst/>
          </a:prstGeom>
          <a:noFill/>
        </p:spPr>
      </p:pic>
    </p:spTree>
    <p:extLst>
      <p:ext uri="{BB962C8B-B14F-4D97-AF65-F5344CB8AC3E}">
        <p14:creationId xmlns:p14="http://schemas.microsoft.com/office/powerpoint/2010/main" val="891887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Marcador de contenido 5">
            <a:extLst>
              <a:ext uri="{FF2B5EF4-FFF2-40B4-BE49-F238E27FC236}">
                <a16:creationId xmlns:a16="http://schemas.microsoft.com/office/drawing/2014/main" id="{21362EA8-0B7E-1CFB-3D40-DCAD5577338F}"/>
              </a:ext>
            </a:extLst>
          </p:cNvPr>
          <p:cNvPicPr>
            <a:picLocks noGrp="1" noChangeAspect="1"/>
          </p:cNvPicPr>
          <p:nvPr>
            <p:ph idx="1"/>
          </p:nvPr>
        </p:nvPicPr>
        <p:blipFill>
          <a:blip r:embed="rId2"/>
          <a:stretch>
            <a:fillRect/>
          </a:stretch>
        </p:blipFill>
        <p:spPr>
          <a:xfrm>
            <a:off x="3359214" y="643466"/>
            <a:ext cx="5473572" cy="5571067"/>
          </a:xfrm>
          <a:prstGeom prst="rect">
            <a:avLst/>
          </a:prstGeom>
        </p:spPr>
      </p:pic>
    </p:spTree>
    <p:extLst>
      <p:ext uri="{BB962C8B-B14F-4D97-AF65-F5344CB8AC3E}">
        <p14:creationId xmlns:p14="http://schemas.microsoft.com/office/powerpoint/2010/main" val="3360615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6176824-7946-6969-3841-DD5C101DF4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622"/>
            <a:ext cx="12192000" cy="6894986"/>
            <a:chOff x="0" y="-7622"/>
            <a:chExt cx="12192000" cy="6894986"/>
          </a:xfrm>
        </p:grpSpPr>
        <p:sp>
          <p:nvSpPr>
            <p:cNvPr id="12" name="Rectangle 11">
              <a:extLst>
                <a:ext uri="{FF2B5EF4-FFF2-40B4-BE49-F238E27FC236}">
                  <a16:creationId xmlns:a16="http://schemas.microsoft.com/office/drawing/2014/main" id="{C5675077-BFF1-36B0-EA6D-B4599DBA72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637796C-75D6-BAA5-036C-0E9E7F85B7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BFBD50A-DBB5-04FA-45B9-183C84E4C9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2659E1E-0E9F-DC4F-40A9-CFA17EDF7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8217318" y="7059"/>
              <a:ext cx="3974283" cy="6872683"/>
            </a:xfrm>
            <a:prstGeom prst="rect">
              <a:avLst/>
            </a:prstGeom>
            <a:gradFill flip="none" rotWithShape="1">
              <a:gsLst>
                <a:gs pos="0">
                  <a:schemeClr val="accent2">
                    <a:alpha val="64000"/>
                  </a:schemeClr>
                </a:gs>
                <a:gs pos="41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pic>
        <p:nvPicPr>
          <p:cNvPr id="6" name="Marcador de contenido 5">
            <a:extLst>
              <a:ext uri="{FF2B5EF4-FFF2-40B4-BE49-F238E27FC236}">
                <a16:creationId xmlns:a16="http://schemas.microsoft.com/office/drawing/2014/main" id="{74532992-764D-782C-39EA-24F4BB732593}"/>
              </a:ext>
            </a:extLst>
          </p:cNvPr>
          <p:cNvPicPr>
            <a:picLocks noGrp="1" noChangeAspect="1"/>
          </p:cNvPicPr>
          <p:nvPr>
            <p:ph idx="1"/>
          </p:nvPr>
        </p:nvPicPr>
        <p:blipFill>
          <a:blip r:embed="rId2"/>
          <a:srcRect r="1" b="20230"/>
          <a:stretch>
            <a:fillRect/>
          </a:stretch>
        </p:blipFill>
        <p:spPr>
          <a:xfrm>
            <a:off x="122716" y="115738"/>
            <a:ext cx="11938653" cy="6618898"/>
          </a:xfrm>
          <a:prstGeom prst="rect">
            <a:avLst/>
          </a:prstGeom>
        </p:spPr>
      </p:pic>
    </p:spTree>
    <p:extLst>
      <p:ext uri="{BB962C8B-B14F-4D97-AF65-F5344CB8AC3E}">
        <p14:creationId xmlns:p14="http://schemas.microsoft.com/office/powerpoint/2010/main" val="1632747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CA078D-2C38-7022-F0CD-37E56740B687}"/>
              </a:ext>
            </a:extLst>
          </p:cNvPr>
          <p:cNvSpPr>
            <a:spLocks noGrp="1"/>
          </p:cNvSpPr>
          <p:nvPr>
            <p:ph type="title"/>
          </p:nvPr>
        </p:nvSpPr>
        <p:spPr/>
        <p:txBody>
          <a:bodyPr/>
          <a:lstStyle/>
          <a:p>
            <a:r>
              <a:rPr lang="es-US" dirty="0"/>
              <a:t>Conclusiones </a:t>
            </a:r>
          </a:p>
        </p:txBody>
      </p:sp>
      <p:sp>
        <p:nvSpPr>
          <p:cNvPr id="3" name="Marcador de contenido 2">
            <a:extLst>
              <a:ext uri="{FF2B5EF4-FFF2-40B4-BE49-F238E27FC236}">
                <a16:creationId xmlns:a16="http://schemas.microsoft.com/office/drawing/2014/main" id="{4C4E2054-EE12-1A88-721D-F131039F1630}"/>
              </a:ext>
            </a:extLst>
          </p:cNvPr>
          <p:cNvSpPr>
            <a:spLocks noGrp="1"/>
          </p:cNvSpPr>
          <p:nvPr>
            <p:ph idx="1"/>
          </p:nvPr>
        </p:nvSpPr>
        <p:spPr/>
        <p:txBody>
          <a:bodyPr/>
          <a:lstStyle/>
          <a:p>
            <a:endParaRPr lang="es-US" dirty="0"/>
          </a:p>
          <a:p>
            <a:r>
              <a:rPr lang="es-PE" sz="1800" kern="100" dirty="0">
                <a:effectLst/>
                <a:latin typeface="Arial" panose="020B0604020202020204" pitchFamily="34" charset="0"/>
                <a:ea typeface="Aptos" panose="020B0004020202020204" pitchFamily="34" charset="0"/>
                <a:cs typeface="Arial" panose="020B0604020202020204" pitchFamily="34" charset="0"/>
              </a:rPr>
              <a:t>El uso de visión artificial con IA permite automatizar la detección temprana del hongo Phytophthora, lo cual puede reducir la propagación del mismo y aumentar el porcentaje de exportación del cacao.</a:t>
            </a:r>
            <a:endParaRPr lang="es-US" sz="1800" kern="100" dirty="0">
              <a:effectLst/>
              <a:latin typeface="Aptos" panose="020B0004020202020204" pitchFamily="34" charset="0"/>
              <a:ea typeface="Aptos" panose="020B0004020202020204" pitchFamily="34" charset="0"/>
              <a:cs typeface="Arial" panose="020B0604020202020204" pitchFamily="34" charset="0"/>
            </a:endParaRPr>
          </a:p>
          <a:p>
            <a:r>
              <a:rPr lang="es-PE" sz="1800" kern="100" dirty="0">
                <a:effectLst/>
                <a:latin typeface="Arial" panose="020B0604020202020204" pitchFamily="34" charset="0"/>
                <a:ea typeface="Aptos" panose="020B0004020202020204" pitchFamily="34" charset="0"/>
                <a:cs typeface="Arial" panose="020B0604020202020204" pitchFamily="34" charset="0"/>
              </a:rPr>
              <a:t>La integración de un carrito móvil con ESP32-CAM posibilita el monitoreo en tiempo real de grandes áreas de cultivo, sin requerir personal especializado.</a:t>
            </a:r>
            <a:endParaRPr lang="es-US" sz="1800" kern="100" dirty="0">
              <a:effectLst/>
              <a:latin typeface="Aptos" panose="020B0004020202020204" pitchFamily="34" charset="0"/>
              <a:ea typeface="Aptos" panose="020B0004020202020204" pitchFamily="34" charset="0"/>
              <a:cs typeface="Arial" panose="020B0604020202020204" pitchFamily="34" charset="0"/>
            </a:endParaRPr>
          </a:p>
          <a:p>
            <a:r>
              <a:rPr lang="es-PE" sz="1800" kern="100" dirty="0">
                <a:effectLst/>
                <a:latin typeface="Arial" panose="020B0604020202020204" pitchFamily="34" charset="0"/>
                <a:ea typeface="Aptos" panose="020B0004020202020204" pitchFamily="34" charset="0"/>
                <a:cs typeface="Arial" panose="020B0604020202020204" pitchFamily="34" charset="0"/>
              </a:rPr>
              <a:t>El sistema propuesto representa una alternativa de bajo costo frente a soluciones comerciales, siendo viable para productores locales.</a:t>
            </a:r>
            <a:endParaRPr lang="es-US" sz="1800" kern="100" dirty="0">
              <a:effectLst/>
              <a:latin typeface="Aptos" panose="020B0004020202020204" pitchFamily="34" charset="0"/>
              <a:ea typeface="Aptos" panose="020B0004020202020204" pitchFamily="34" charset="0"/>
              <a:cs typeface="Arial" panose="020B0604020202020204" pitchFamily="34" charset="0"/>
            </a:endParaRPr>
          </a:p>
          <a:p>
            <a:endParaRPr lang="es-US" dirty="0"/>
          </a:p>
        </p:txBody>
      </p:sp>
      <p:pic>
        <p:nvPicPr>
          <p:cNvPr id="6" name="Imagen 5">
            <a:extLst>
              <a:ext uri="{FF2B5EF4-FFF2-40B4-BE49-F238E27FC236}">
                <a16:creationId xmlns:a16="http://schemas.microsoft.com/office/drawing/2014/main" id="{93BF32E2-5889-25BF-21A6-94ACF815635E}"/>
              </a:ext>
            </a:extLst>
          </p:cNvPr>
          <p:cNvPicPr>
            <a:picLocks noChangeAspect="1"/>
          </p:cNvPicPr>
          <p:nvPr/>
        </p:nvPicPr>
        <p:blipFill>
          <a:blip r:embed="rId2"/>
          <a:stretch>
            <a:fillRect/>
          </a:stretch>
        </p:blipFill>
        <p:spPr>
          <a:xfrm>
            <a:off x="8490857" y="4001294"/>
            <a:ext cx="2975429" cy="2526826"/>
          </a:xfrm>
          <a:prstGeom prst="rect">
            <a:avLst/>
          </a:prstGeom>
        </p:spPr>
      </p:pic>
    </p:spTree>
    <p:extLst>
      <p:ext uri="{BB962C8B-B14F-4D97-AF65-F5344CB8AC3E}">
        <p14:creationId xmlns:p14="http://schemas.microsoft.com/office/powerpoint/2010/main" val="316744359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1140EEC50457041A73FD741D364C7FC" ma:contentTypeVersion="14" ma:contentTypeDescription="Create a new document." ma:contentTypeScope="" ma:versionID="d0a48c1a697b92421750190734ef9ec5">
  <xsd:schema xmlns:xsd="http://www.w3.org/2001/XMLSchema" xmlns:xs="http://www.w3.org/2001/XMLSchema" xmlns:p="http://schemas.microsoft.com/office/2006/metadata/properties" xmlns:ns3="b588a0e8-ca8f-4d1b-9a4d-3f5b73ea0435" xmlns:ns4="e8bbd40d-ba4f-4e05-82b6-a13cdd2549ad" targetNamespace="http://schemas.microsoft.com/office/2006/metadata/properties" ma:root="true" ma:fieldsID="800dca6b445fa8a12f8ede497a30feba" ns3:_="" ns4:_="">
    <xsd:import namespace="b588a0e8-ca8f-4d1b-9a4d-3f5b73ea0435"/>
    <xsd:import namespace="e8bbd40d-ba4f-4e05-82b6-a13cdd2549a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_activity" minOccurs="0"/>
                <xsd:element ref="ns4:MediaServiceObjectDetectorVersions" minOccurs="0"/>
                <xsd:element ref="ns4:MediaServiceSearchProperties" minOccurs="0"/>
                <xsd:element ref="ns4:MediaServiceDateTaken" minOccurs="0"/>
                <xsd:element ref="ns4:MediaServiceSystemTags" minOccurs="0"/>
                <xsd:element ref="ns4:MediaServiceGenerationTime" minOccurs="0"/>
                <xsd:element ref="ns4:MediaServiceEventHashCode" minOccurs="0"/>
                <xsd:element ref="ns4:MediaLengthInSeconds"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88a0e8-ca8f-4d1b-9a4d-3f5b73ea043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bbd40d-ba4f-4e05-82b6-a13cdd2549a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bbd40d-ba4f-4e05-82b6-a13cdd2549a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5B3A6E-7202-4874-973B-8FE585F443C7}">
  <ds:schemaRefs>
    <ds:schemaRef ds:uri="http://schemas.microsoft.com/office/2006/metadata/contentType"/>
    <ds:schemaRef ds:uri="http://schemas.microsoft.com/office/2006/metadata/properties/metaAttributes"/>
    <ds:schemaRef ds:uri="http://www.w3.org/2000/xmlns/"/>
    <ds:schemaRef ds:uri="http://www.w3.org/2001/XMLSchema"/>
    <ds:schemaRef ds:uri="b588a0e8-ca8f-4d1b-9a4d-3f5b73ea0435"/>
    <ds:schemaRef ds:uri="e8bbd40d-ba4f-4e05-82b6-a13cdd2549ad"/>
  </ds:schemaRefs>
</ds:datastoreItem>
</file>

<file path=customXml/itemProps2.xml><?xml version="1.0" encoding="utf-8"?>
<ds:datastoreItem xmlns:ds="http://schemas.openxmlformats.org/officeDocument/2006/customXml" ds:itemID="{66EAB5DA-C00A-48BA-BBBE-0085F8DF677C}">
  <ds:schemaRefs>
    <ds:schemaRef ds:uri="http://schemas.microsoft.com/office/2006/metadata/properties"/>
    <ds:schemaRef ds:uri="http://www.w3.org/2000/xmlns/"/>
    <ds:schemaRef ds:uri="e8bbd40d-ba4f-4e05-82b6-a13cdd2549ad"/>
    <ds:schemaRef ds:uri="http://www.w3.org/2001/XMLSchema-instance"/>
  </ds:schemaRefs>
</ds:datastoreItem>
</file>

<file path=customXml/itemProps3.xml><?xml version="1.0" encoding="utf-8"?>
<ds:datastoreItem xmlns:ds="http://schemas.openxmlformats.org/officeDocument/2006/customXml" ds:itemID="{CDC6656C-4AA5-411D-94EF-1D8A2CF884E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Panorámica</PresentationFormat>
  <Slides>13</Slides>
  <Notes>0</Notes>
  <HiddenSlides>0</HiddenSlides>
  <ScaleCrop>false</ScaleCrop>
  <HeadingPairs>
    <vt:vector size="4" baseType="variant">
      <vt:variant>
        <vt:lpstr>Tema</vt:lpstr>
      </vt:variant>
      <vt:variant>
        <vt:i4>1</vt:i4>
      </vt:variant>
      <vt:variant>
        <vt:lpstr>Títulos de diapositiva</vt:lpstr>
      </vt:variant>
      <vt:variant>
        <vt:i4>13</vt:i4>
      </vt:variant>
    </vt:vector>
  </HeadingPairs>
  <TitlesOfParts>
    <vt:vector size="14" baseType="lpstr">
      <vt:lpstr>Tema de Office</vt:lpstr>
      <vt:lpstr>El aumento de temperatura genera la propagación del hongo Phytophthora en cultivo de cacao en la ciudad de San Martin </vt:lpstr>
      <vt:lpstr>Planteamiento del Problema</vt:lpstr>
      <vt:lpstr>Problema General  </vt:lpstr>
      <vt:lpstr>Objetivos del proyecto </vt:lpstr>
      <vt:lpstr>Presentación de PowerPoint</vt:lpstr>
      <vt:lpstr>Presentación de PowerPoint</vt:lpstr>
      <vt:lpstr>Presentación de PowerPoint</vt:lpstr>
      <vt:lpstr>Prototipo de vehículo terrestre no tripulado</vt:lpstr>
      <vt:lpstr>Presentación de PowerPoint</vt:lpstr>
      <vt:lpstr>Presentación de PowerPoint</vt:lpstr>
      <vt:lpstr>Presentación de PowerPoint</vt:lpstr>
      <vt:lpstr>Presentación de PowerPoint</vt:lpstr>
      <vt:lpstr>Conclusiones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aumento de temperatura genera la propagación del hongo Phytophthora en cultivo de cacao en la ciudad de San Martin </dc:title>
  <cp:lastModifiedBy>ALUMNO - CALAGUA ZAMBRANO BRENDA PAMELA</cp:lastModifiedBy>
  <cp:revision>3</cp:revision>
  <dcterms:modified xsi:type="dcterms:W3CDTF">2025-07-15T01:55:15Z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0x010100C1140EEC50457041A73FD741D364C7FC</vt:lpwstr>
  </property>
</Properties>
</file>